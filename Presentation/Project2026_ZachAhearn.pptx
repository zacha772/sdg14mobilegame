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74" r:id="rId5"/>
    <p:sldId id="275" r:id="rId6"/>
    <p:sldId id="276" r:id="rId7"/>
    <p:sldId id="277" r:id="rId8"/>
    <p:sldId id="278" r:id="rId9"/>
    <p:sldId id="279" r:id="rId10"/>
    <p:sldId id="265" r:id="rId11"/>
    <p:sldId id="280" r:id="rId12"/>
    <p:sldId id="281" r:id="rId13"/>
    <p:sldId id="266" r:id="rId14"/>
    <p:sldId id="267" r:id="rId15"/>
    <p:sldId id="268" r:id="rId16"/>
    <p:sldId id="271" r:id="rId17"/>
    <p:sldId id="269" r:id="rId18"/>
    <p:sldId id="272" r:id="rId19"/>
    <p:sldId id="270" r:id="rId20"/>
    <p:sldId id="273" r:id="rId21"/>
    <p:sldId id="282" r:id="rId22"/>
    <p:sldId id="258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1" d="100"/>
          <a:sy n="141" d="100"/>
        </p:scale>
        <p:origin x="132" y="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00282339: Zach Ahearn" userId="d59380b1-cd2a-4316-8aa2-4b8a914a93d3" providerId="ADAL" clId="{BEC2917D-8495-406D-AF60-FDF3293C01FE}"/>
    <pc:docChg chg="undo redo custSel addSld delSld modSld sldOrd">
      <pc:chgData name="K00282339: Zach Ahearn" userId="d59380b1-cd2a-4316-8aa2-4b8a914a93d3" providerId="ADAL" clId="{BEC2917D-8495-406D-AF60-FDF3293C01FE}" dt="2026-04-12T14:06:53.361" v="2488" actId="20577"/>
      <pc:docMkLst>
        <pc:docMk/>
      </pc:docMkLst>
      <pc:sldChg chg="addSp delSp modSp new mod modMedia setBg modClrScheme chgLayout">
        <pc:chgData name="K00282339: Zach Ahearn" userId="d59380b1-cd2a-4316-8aa2-4b8a914a93d3" providerId="ADAL" clId="{BEC2917D-8495-406D-AF60-FDF3293C01FE}" dt="2026-04-10T23:14:59.551" v="1405"/>
        <pc:sldMkLst>
          <pc:docMk/>
          <pc:sldMk cId="4004248556" sldId="256"/>
        </pc:sldMkLst>
        <pc:spChg chg="add mod ord">
          <ac:chgData name="K00282339: Zach Ahearn" userId="d59380b1-cd2a-4316-8aa2-4b8a914a93d3" providerId="ADAL" clId="{BEC2917D-8495-406D-AF60-FDF3293C01FE}" dt="2026-04-10T23:14:57.169" v="1403" actId="26606"/>
          <ac:spMkLst>
            <pc:docMk/>
            <pc:sldMk cId="4004248556" sldId="256"/>
            <ac:spMk id="4" creationId="{78897D58-8641-91C2-9AF8-E3DD69E39181}"/>
          </ac:spMkLst>
        </pc:spChg>
        <pc:spChg chg="add mod ord">
          <ac:chgData name="K00282339: Zach Ahearn" userId="d59380b1-cd2a-4316-8aa2-4b8a914a93d3" providerId="ADAL" clId="{BEC2917D-8495-406D-AF60-FDF3293C01FE}" dt="2026-04-10T23:14:57.169" v="1403" actId="26606"/>
          <ac:spMkLst>
            <pc:docMk/>
            <pc:sldMk cId="4004248556" sldId="256"/>
            <ac:spMk id="5" creationId="{C89F4ACD-C2CD-9506-AF34-64D03C960337}"/>
          </ac:spMkLst>
        </pc:spChg>
        <pc:spChg chg="add">
          <ac:chgData name="K00282339: Zach Ahearn" userId="d59380b1-cd2a-4316-8aa2-4b8a914a93d3" providerId="ADAL" clId="{BEC2917D-8495-406D-AF60-FDF3293C01FE}" dt="2026-04-10T23:14:57.169" v="1403" actId="26606"/>
          <ac:spMkLst>
            <pc:docMk/>
            <pc:sldMk cId="4004248556" sldId="256"/>
            <ac:spMk id="11" creationId="{716F42E0-28DF-4093-AFC5-CA01F54C8897}"/>
          </ac:spMkLst>
        </pc:spChg>
        <pc:spChg chg="add">
          <ac:chgData name="K00282339: Zach Ahearn" userId="d59380b1-cd2a-4316-8aa2-4b8a914a93d3" providerId="ADAL" clId="{BEC2917D-8495-406D-AF60-FDF3293C01FE}" dt="2026-04-10T23:14:57.169" v="1403" actId="26606"/>
          <ac:spMkLst>
            <pc:docMk/>
            <pc:sldMk cId="4004248556" sldId="256"/>
            <ac:spMk id="13" creationId="{4063B759-00FC-46D1-9898-8E8625268FAF}"/>
          </ac:spMkLst>
        </pc:spChg>
        <pc:spChg chg="add">
          <ac:chgData name="K00282339: Zach Ahearn" userId="d59380b1-cd2a-4316-8aa2-4b8a914a93d3" providerId="ADAL" clId="{BEC2917D-8495-406D-AF60-FDF3293C01FE}" dt="2026-04-10T23:14:57.169" v="1403" actId="26606"/>
          <ac:spMkLst>
            <pc:docMk/>
            <pc:sldMk cId="4004248556" sldId="256"/>
            <ac:spMk id="15" creationId="{D5B012D8-7F27-4758-9AC6-C889B154BD73}"/>
          </ac:spMkLst>
        </pc:spChg>
        <pc:picChg chg="add mod">
          <ac:chgData name="K00282339: Zach Ahearn" userId="d59380b1-cd2a-4316-8aa2-4b8a914a93d3" providerId="ADAL" clId="{BEC2917D-8495-406D-AF60-FDF3293C01FE}" dt="2026-04-10T23:14:59.551" v="1405"/>
          <ac:picMkLst>
            <pc:docMk/>
            <pc:sldMk cId="4004248556" sldId="256"/>
            <ac:picMk id="7" creationId="{18804BE3-FAD1-4647-0FE2-7A83ECC02C7B}"/>
          </ac:picMkLst>
        </pc:picChg>
      </pc:sldChg>
      <pc:sldChg chg="addSp delSp modSp new mod setBg modClrScheme chgLayout">
        <pc:chgData name="K00282339: Zach Ahearn" userId="d59380b1-cd2a-4316-8aa2-4b8a914a93d3" providerId="ADAL" clId="{BEC2917D-8495-406D-AF60-FDF3293C01FE}" dt="2026-04-10T23:16:10.673" v="1419" actId="26606"/>
        <pc:sldMkLst>
          <pc:docMk/>
          <pc:sldMk cId="1373447857" sldId="257"/>
        </pc:sldMkLst>
        <pc:spChg chg="add mod ord">
          <ac:chgData name="K00282339: Zach Ahearn" userId="d59380b1-cd2a-4316-8aa2-4b8a914a93d3" providerId="ADAL" clId="{BEC2917D-8495-406D-AF60-FDF3293C01FE}" dt="2026-04-10T23:16:10.673" v="1419" actId="26606"/>
          <ac:spMkLst>
            <pc:docMk/>
            <pc:sldMk cId="1373447857" sldId="257"/>
            <ac:spMk id="3" creationId="{DCBCC4A8-9897-9CF8-6ECB-A69130D6B7B7}"/>
          </ac:spMkLst>
        </pc:spChg>
        <pc:spChg chg="add">
          <ac:chgData name="K00282339: Zach Ahearn" userId="d59380b1-cd2a-4316-8aa2-4b8a914a93d3" providerId="ADAL" clId="{BEC2917D-8495-406D-AF60-FDF3293C01FE}" dt="2026-04-10T23:16:10.673" v="1419" actId="26606"/>
          <ac:spMkLst>
            <pc:docMk/>
            <pc:sldMk cId="1373447857" sldId="257"/>
            <ac:spMk id="10" creationId="{BACC6370-2D7E-4714-9D71-7542949D7D5D}"/>
          </ac:spMkLst>
        </pc:spChg>
        <pc:spChg chg="add">
          <ac:chgData name="K00282339: Zach Ahearn" userId="d59380b1-cd2a-4316-8aa2-4b8a914a93d3" providerId="ADAL" clId="{BEC2917D-8495-406D-AF60-FDF3293C01FE}" dt="2026-04-10T23:16:10.673" v="1419" actId="26606"/>
          <ac:spMkLst>
            <pc:docMk/>
            <pc:sldMk cId="1373447857" sldId="257"/>
            <ac:spMk id="12" creationId="{256B2C21-A230-48C0-8DF1-C46611373C44}"/>
          </ac:spMkLst>
        </pc:spChg>
        <pc:spChg chg="add">
          <ac:chgData name="K00282339: Zach Ahearn" userId="d59380b1-cd2a-4316-8aa2-4b8a914a93d3" providerId="ADAL" clId="{BEC2917D-8495-406D-AF60-FDF3293C01FE}" dt="2026-04-10T23:16:10.673" v="1419" actId="26606"/>
          <ac:spMkLst>
            <pc:docMk/>
            <pc:sldMk cId="1373447857" sldId="257"/>
            <ac:spMk id="14" creationId="{3847E18C-932D-4C95-AABA-FEC7C9499AD7}"/>
          </ac:spMkLst>
        </pc:spChg>
        <pc:spChg chg="add">
          <ac:chgData name="K00282339: Zach Ahearn" userId="d59380b1-cd2a-4316-8aa2-4b8a914a93d3" providerId="ADAL" clId="{BEC2917D-8495-406D-AF60-FDF3293C01FE}" dt="2026-04-10T23:16:10.673" v="1419" actId="26606"/>
          <ac:spMkLst>
            <pc:docMk/>
            <pc:sldMk cId="1373447857" sldId="257"/>
            <ac:spMk id="16" creationId="{3150CB11-0C61-439E-910F-5787759E72A0}"/>
          </ac:spMkLst>
        </pc:spChg>
        <pc:spChg chg="add">
          <ac:chgData name="K00282339: Zach Ahearn" userId="d59380b1-cd2a-4316-8aa2-4b8a914a93d3" providerId="ADAL" clId="{BEC2917D-8495-406D-AF60-FDF3293C01FE}" dt="2026-04-10T23:16:10.673" v="1419" actId="26606"/>
          <ac:spMkLst>
            <pc:docMk/>
            <pc:sldMk cId="1373447857" sldId="257"/>
            <ac:spMk id="18" creationId="{43F8A58B-5155-44CE-A5FF-7647B47D0A7A}"/>
          </ac:spMkLst>
        </pc:spChg>
        <pc:spChg chg="add">
          <ac:chgData name="K00282339: Zach Ahearn" userId="d59380b1-cd2a-4316-8aa2-4b8a914a93d3" providerId="ADAL" clId="{BEC2917D-8495-406D-AF60-FDF3293C01FE}" dt="2026-04-10T23:16:10.673" v="1419" actId="26606"/>
          <ac:spMkLst>
            <pc:docMk/>
            <pc:sldMk cId="1373447857" sldId="257"/>
            <ac:spMk id="20" creationId="{443F2ACA-E6D6-4028-82DD-F03C262D5DE6}"/>
          </ac:spMkLst>
        </pc:spChg>
        <pc:graphicFrameChg chg="add">
          <ac:chgData name="K00282339: Zach Ahearn" userId="d59380b1-cd2a-4316-8aa2-4b8a914a93d3" providerId="ADAL" clId="{BEC2917D-8495-406D-AF60-FDF3293C01FE}" dt="2026-04-10T23:16:10.673" v="1419" actId="26606"/>
          <ac:graphicFrameMkLst>
            <pc:docMk/>
            <pc:sldMk cId="1373447857" sldId="257"/>
            <ac:graphicFrameMk id="6" creationId="{9DD9601C-A2FC-22A1-5982-3E865D57A518}"/>
          </ac:graphicFrameMkLst>
        </pc:graphicFrameChg>
      </pc:sldChg>
      <pc:sldChg chg="addSp delSp modSp new mod setBg">
        <pc:chgData name="K00282339: Zach Ahearn" userId="d59380b1-cd2a-4316-8aa2-4b8a914a93d3" providerId="ADAL" clId="{BEC2917D-8495-406D-AF60-FDF3293C01FE}" dt="2026-04-11T14:03:50.695" v="1613" actId="20577"/>
        <pc:sldMkLst>
          <pc:docMk/>
          <pc:sldMk cId="630535834" sldId="258"/>
        </pc:sldMkLst>
        <pc:spChg chg="mod">
          <ac:chgData name="K00282339: Zach Ahearn" userId="d59380b1-cd2a-4316-8aa2-4b8a914a93d3" providerId="ADAL" clId="{BEC2917D-8495-406D-AF60-FDF3293C01FE}" dt="2026-04-10T23:17:58.440" v="1440" actId="26606"/>
          <ac:spMkLst>
            <pc:docMk/>
            <pc:sldMk cId="630535834" sldId="258"/>
            <ac:spMk id="2" creationId="{6F7708E6-C0A2-3913-A24A-5E3FC6304A29}"/>
          </ac:spMkLst>
        </pc:spChg>
        <pc:spChg chg="add">
          <ac:chgData name="K00282339: Zach Ahearn" userId="d59380b1-cd2a-4316-8aa2-4b8a914a93d3" providerId="ADAL" clId="{BEC2917D-8495-406D-AF60-FDF3293C01FE}" dt="2026-04-10T23:17:58.440" v="1440" actId="26606"/>
          <ac:spMkLst>
            <pc:docMk/>
            <pc:sldMk cId="630535834" sldId="258"/>
            <ac:spMk id="9" creationId="{CB49665F-0298-4449-8D2D-209989CB9EE3}"/>
          </ac:spMkLst>
        </pc:spChg>
        <pc:spChg chg="add">
          <ac:chgData name="K00282339: Zach Ahearn" userId="d59380b1-cd2a-4316-8aa2-4b8a914a93d3" providerId="ADAL" clId="{BEC2917D-8495-406D-AF60-FDF3293C01FE}" dt="2026-04-10T23:17:58.440" v="1440" actId="26606"/>
          <ac:spMkLst>
            <pc:docMk/>
            <pc:sldMk cId="630535834" sldId="258"/>
            <ac:spMk id="11" creationId="{A71EEC14-174A-46FA-B046-474750457130}"/>
          </ac:spMkLst>
        </pc:spChg>
        <pc:grpChg chg="add">
          <ac:chgData name="K00282339: Zach Ahearn" userId="d59380b1-cd2a-4316-8aa2-4b8a914a93d3" providerId="ADAL" clId="{BEC2917D-8495-406D-AF60-FDF3293C01FE}" dt="2026-04-10T23:17:58.440" v="1440" actId="26606"/>
          <ac:grpSpMkLst>
            <pc:docMk/>
            <pc:sldMk cId="630535834" sldId="258"/>
            <ac:grpSpMk id="13" creationId="{EEB6CB95-E653-4C6C-AE51-62FD848E8D5B}"/>
          </ac:grpSpMkLst>
        </pc:grpChg>
        <pc:grpChg chg="add">
          <ac:chgData name="K00282339: Zach Ahearn" userId="d59380b1-cd2a-4316-8aa2-4b8a914a93d3" providerId="ADAL" clId="{BEC2917D-8495-406D-AF60-FDF3293C01FE}" dt="2026-04-10T23:17:58.440" v="1440" actId="26606"/>
          <ac:grpSpMkLst>
            <pc:docMk/>
            <pc:sldMk cId="630535834" sldId="258"/>
            <ac:grpSpMk id="17" creationId="{43F5E015-E085-4624-B431-B42414448684}"/>
          </ac:grpSpMkLst>
        </pc:grpChg>
        <pc:graphicFrameChg chg="add mod modGraphic">
          <ac:chgData name="K00282339: Zach Ahearn" userId="d59380b1-cd2a-4316-8aa2-4b8a914a93d3" providerId="ADAL" clId="{BEC2917D-8495-406D-AF60-FDF3293C01FE}" dt="2026-04-11T14:03:50.695" v="1613" actId="20577"/>
          <ac:graphicFrameMkLst>
            <pc:docMk/>
            <pc:sldMk cId="630535834" sldId="258"/>
            <ac:graphicFrameMk id="5" creationId="{43B2DAF4-D145-8DE3-39AB-B862CDA565D8}"/>
          </ac:graphicFrameMkLst>
        </pc:graphicFrameChg>
      </pc:sldChg>
      <pc:sldChg chg="addSp delSp modSp add mod setBg">
        <pc:chgData name="K00282339: Zach Ahearn" userId="d59380b1-cd2a-4316-8aa2-4b8a914a93d3" providerId="ADAL" clId="{BEC2917D-8495-406D-AF60-FDF3293C01FE}" dt="2026-04-10T23:16:18.587" v="1420" actId="26606"/>
        <pc:sldMkLst>
          <pc:docMk/>
          <pc:sldMk cId="1710434314" sldId="259"/>
        </pc:sldMkLst>
        <pc:spChg chg="mod">
          <ac:chgData name="K00282339: Zach Ahearn" userId="d59380b1-cd2a-4316-8aa2-4b8a914a93d3" providerId="ADAL" clId="{BEC2917D-8495-406D-AF60-FDF3293C01FE}" dt="2026-04-10T23:16:18.587" v="1420" actId="26606"/>
          <ac:spMkLst>
            <pc:docMk/>
            <pc:sldMk cId="1710434314" sldId="259"/>
            <ac:spMk id="3" creationId="{9E7AA566-1E9B-A03B-52C6-0A72855833A3}"/>
          </ac:spMkLst>
        </pc:spChg>
        <pc:spChg chg="add">
          <ac:chgData name="K00282339: Zach Ahearn" userId="d59380b1-cd2a-4316-8aa2-4b8a914a93d3" providerId="ADAL" clId="{BEC2917D-8495-406D-AF60-FDF3293C01FE}" dt="2026-04-10T23:16:18.587" v="1420" actId="26606"/>
          <ac:spMkLst>
            <pc:docMk/>
            <pc:sldMk cId="1710434314" sldId="259"/>
            <ac:spMk id="10" creationId="{BACC6370-2D7E-4714-9D71-7542949D7D5D}"/>
          </ac:spMkLst>
        </pc:spChg>
        <pc:spChg chg="add">
          <ac:chgData name="K00282339: Zach Ahearn" userId="d59380b1-cd2a-4316-8aa2-4b8a914a93d3" providerId="ADAL" clId="{BEC2917D-8495-406D-AF60-FDF3293C01FE}" dt="2026-04-10T23:16:18.587" v="1420" actId="26606"/>
          <ac:spMkLst>
            <pc:docMk/>
            <pc:sldMk cId="1710434314" sldId="259"/>
            <ac:spMk id="12" creationId="{256B2C21-A230-48C0-8DF1-C46611373C44}"/>
          </ac:spMkLst>
        </pc:spChg>
        <pc:spChg chg="add">
          <ac:chgData name="K00282339: Zach Ahearn" userId="d59380b1-cd2a-4316-8aa2-4b8a914a93d3" providerId="ADAL" clId="{BEC2917D-8495-406D-AF60-FDF3293C01FE}" dt="2026-04-10T23:16:18.587" v="1420" actId="26606"/>
          <ac:spMkLst>
            <pc:docMk/>
            <pc:sldMk cId="1710434314" sldId="259"/>
            <ac:spMk id="14" creationId="{3847E18C-932D-4C95-AABA-FEC7C9499AD7}"/>
          </ac:spMkLst>
        </pc:spChg>
        <pc:spChg chg="add">
          <ac:chgData name="K00282339: Zach Ahearn" userId="d59380b1-cd2a-4316-8aa2-4b8a914a93d3" providerId="ADAL" clId="{BEC2917D-8495-406D-AF60-FDF3293C01FE}" dt="2026-04-10T23:16:18.587" v="1420" actId="26606"/>
          <ac:spMkLst>
            <pc:docMk/>
            <pc:sldMk cId="1710434314" sldId="259"/>
            <ac:spMk id="16" creationId="{3150CB11-0C61-439E-910F-5787759E72A0}"/>
          </ac:spMkLst>
        </pc:spChg>
        <pc:spChg chg="add">
          <ac:chgData name="K00282339: Zach Ahearn" userId="d59380b1-cd2a-4316-8aa2-4b8a914a93d3" providerId="ADAL" clId="{BEC2917D-8495-406D-AF60-FDF3293C01FE}" dt="2026-04-10T23:16:18.587" v="1420" actId="26606"/>
          <ac:spMkLst>
            <pc:docMk/>
            <pc:sldMk cId="1710434314" sldId="259"/>
            <ac:spMk id="18" creationId="{43F8A58B-5155-44CE-A5FF-7647B47D0A7A}"/>
          </ac:spMkLst>
        </pc:spChg>
        <pc:spChg chg="add">
          <ac:chgData name="K00282339: Zach Ahearn" userId="d59380b1-cd2a-4316-8aa2-4b8a914a93d3" providerId="ADAL" clId="{BEC2917D-8495-406D-AF60-FDF3293C01FE}" dt="2026-04-10T23:16:18.587" v="1420" actId="26606"/>
          <ac:spMkLst>
            <pc:docMk/>
            <pc:sldMk cId="1710434314" sldId="259"/>
            <ac:spMk id="20" creationId="{443F2ACA-E6D6-4028-82DD-F03C262D5DE6}"/>
          </ac:spMkLst>
        </pc:spChg>
        <pc:graphicFrameChg chg="add">
          <ac:chgData name="K00282339: Zach Ahearn" userId="d59380b1-cd2a-4316-8aa2-4b8a914a93d3" providerId="ADAL" clId="{BEC2917D-8495-406D-AF60-FDF3293C01FE}" dt="2026-04-10T23:16:18.587" v="1420" actId="26606"/>
          <ac:graphicFrameMkLst>
            <pc:docMk/>
            <pc:sldMk cId="1710434314" sldId="259"/>
            <ac:graphicFrameMk id="6" creationId="{A87E64E0-81A9-2D17-92A3-6B9C73150DB1}"/>
          </ac:graphicFrameMkLst>
        </pc:graphicFrameChg>
      </pc:sldChg>
      <pc:sldChg chg="addSp delSp modSp new del mod setBg">
        <pc:chgData name="K00282339: Zach Ahearn" userId="d59380b1-cd2a-4316-8aa2-4b8a914a93d3" providerId="ADAL" clId="{BEC2917D-8495-406D-AF60-FDF3293C01FE}" dt="2026-04-11T14:11:46.272" v="2198" actId="47"/>
        <pc:sldMkLst>
          <pc:docMk/>
          <pc:sldMk cId="829621484" sldId="260"/>
        </pc:sldMkLst>
      </pc:sldChg>
      <pc:sldChg chg="addSp delSp modSp new del mod setBg">
        <pc:chgData name="K00282339: Zach Ahearn" userId="d59380b1-cd2a-4316-8aa2-4b8a914a93d3" providerId="ADAL" clId="{BEC2917D-8495-406D-AF60-FDF3293C01FE}" dt="2026-04-11T14:05:51.448" v="1761" actId="47"/>
        <pc:sldMkLst>
          <pc:docMk/>
          <pc:sldMk cId="557453297" sldId="261"/>
        </pc:sldMkLst>
      </pc:sldChg>
      <pc:sldChg chg="addSp delSp modSp new del mod setBg">
        <pc:chgData name="K00282339: Zach Ahearn" userId="d59380b1-cd2a-4316-8aa2-4b8a914a93d3" providerId="ADAL" clId="{BEC2917D-8495-406D-AF60-FDF3293C01FE}" dt="2026-04-11T14:10:09.845" v="2054" actId="47"/>
        <pc:sldMkLst>
          <pc:docMk/>
          <pc:sldMk cId="3320305338" sldId="262"/>
        </pc:sldMkLst>
      </pc:sldChg>
      <pc:sldChg chg="addSp delSp modSp new del mod setBg">
        <pc:chgData name="K00282339: Zach Ahearn" userId="d59380b1-cd2a-4316-8aa2-4b8a914a93d3" providerId="ADAL" clId="{BEC2917D-8495-406D-AF60-FDF3293C01FE}" dt="2026-04-11T14:10:15.977" v="2055" actId="47"/>
        <pc:sldMkLst>
          <pc:docMk/>
          <pc:sldMk cId="2405260314" sldId="264"/>
        </pc:sldMkLst>
      </pc:sldChg>
      <pc:sldChg chg="addSp delSp modSp new mod ord setBg">
        <pc:chgData name="K00282339: Zach Ahearn" userId="d59380b1-cd2a-4316-8aa2-4b8a914a93d3" providerId="ADAL" clId="{BEC2917D-8495-406D-AF60-FDF3293C01FE}" dt="2026-04-11T14:15:22.236" v="2346"/>
        <pc:sldMkLst>
          <pc:docMk/>
          <pc:sldMk cId="3505343110" sldId="265"/>
        </pc:sldMkLst>
        <pc:spChg chg="mod">
          <ac:chgData name="K00282339: Zach Ahearn" userId="d59380b1-cd2a-4316-8aa2-4b8a914a93d3" providerId="ADAL" clId="{BEC2917D-8495-406D-AF60-FDF3293C01FE}" dt="2026-04-10T23:17:40.546" v="1438" actId="26606"/>
          <ac:spMkLst>
            <pc:docMk/>
            <pc:sldMk cId="3505343110" sldId="265"/>
            <ac:spMk id="2" creationId="{3BB17EE4-6E68-424B-417E-4AB6413132A2}"/>
          </ac:spMkLst>
        </pc:spChg>
        <pc:spChg chg="add">
          <ac:chgData name="K00282339: Zach Ahearn" userId="d59380b1-cd2a-4316-8aa2-4b8a914a93d3" providerId="ADAL" clId="{BEC2917D-8495-406D-AF60-FDF3293C01FE}" dt="2026-04-10T23:17:40.546" v="1438" actId="26606"/>
          <ac:spMkLst>
            <pc:docMk/>
            <pc:sldMk cId="3505343110" sldId="265"/>
            <ac:spMk id="9" creationId="{BACC6370-2D7E-4714-9D71-7542949D7D5D}"/>
          </ac:spMkLst>
        </pc:spChg>
        <pc:spChg chg="add">
          <ac:chgData name="K00282339: Zach Ahearn" userId="d59380b1-cd2a-4316-8aa2-4b8a914a93d3" providerId="ADAL" clId="{BEC2917D-8495-406D-AF60-FDF3293C01FE}" dt="2026-04-10T23:17:40.546" v="1438" actId="26606"/>
          <ac:spMkLst>
            <pc:docMk/>
            <pc:sldMk cId="3505343110" sldId="265"/>
            <ac:spMk id="11" creationId="{256B2C21-A230-48C0-8DF1-C46611373C44}"/>
          </ac:spMkLst>
        </pc:spChg>
        <pc:spChg chg="add">
          <ac:chgData name="K00282339: Zach Ahearn" userId="d59380b1-cd2a-4316-8aa2-4b8a914a93d3" providerId="ADAL" clId="{BEC2917D-8495-406D-AF60-FDF3293C01FE}" dt="2026-04-10T23:17:40.546" v="1438" actId="26606"/>
          <ac:spMkLst>
            <pc:docMk/>
            <pc:sldMk cId="3505343110" sldId="265"/>
            <ac:spMk id="13" creationId="{3847E18C-932D-4C95-AABA-FEC7C9499AD7}"/>
          </ac:spMkLst>
        </pc:spChg>
        <pc:spChg chg="add">
          <ac:chgData name="K00282339: Zach Ahearn" userId="d59380b1-cd2a-4316-8aa2-4b8a914a93d3" providerId="ADAL" clId="{BEC2917D-8495-406D-AF60-FDF3293C01FE}" dt="2026-04-10T23:17:40.546" v="1438" actId="26606"/>
          <ac:spMkLst>
            <pc:docMk/>
            <pc:sldMk cId="3505343110" sldId="265"/>
            <ac:spMk id="15" creationId="{3150CB11-0C61-439E-910F-5787759E72A0}"/>
          </ac:spMkLst>
        </pc:spChg>
        <pc:spChg chg="add">
          <ac:chgData name="K00282339: Zach Ahearn" userId="d59380b1-cd2a-4316-8aa2-4b8a914a93d3" providerId="ADAL" clId="{BEC2917D-8495-406D-AF60-FDF3293C01FE}" dt="2026-04-10T23:17:40.546" v="1438" actId="26606"/>
          <ac:spMkLst>
            <pc:docMk/>
            <pc:sldMk cId="3505343110" sldId="265"/>
            <ac:spMk id="17" creationId="{43F8A58B-5155-44CE-A5FF-7647B47D0A7A}"/>
          </ac:spMkLst>
        </pc:spChg>
        <pc:spChg chg="add">
          <ac:chgData name="K00282339: Zach Ahearn" userId="d59380b1-cd2a-4316-8aa2-4b8a914a93d3" providerId="ADAL" clId="{BEC2917D-8495-406D-AF60-FDF3293C01FE}" dt="2026-04-10T23:17:40.546" v="1438" actId="26606"/>
          <ac:spMkLst>
            <pc:docMk/>
            <pc:sldMk cId="3505343110" sldId="265"/>
            <ac:spMk id="19" creationId="{443F2ACA-E6D6-4028-82DD-F03C262D5DE6}"/>
          </ac:spMkLst>
        </pc:spChg>
        <pc:graphicFrameChg chg="add modGraphic">
          <ac:chgData name="K00282339: Zach Ahearn" userId="d59380b1-cd2a-4316-8aa2-4b8a914a93d3" providerId="ADAL" clId="{BEC2917D-8495-406D-AF60-FDF3293C01FE}" dt="2026-04-11T14:12:22.615" v="2229" actId="20577"/>
          <ac:graphicFrameMkLst>
            <pc:docMk/>
            <pc:sldMk cId="3505343110" sldId="265"/>
            <ac:graphicFrameMk id="5" creationId="{76F40D9C-E964-184F-FD03-8256BC21BAC9}"/>
          </ac:graphicFrameMkLst>
        </pc:graphicFrameChg>
      </pc:sldChg>
      <pc:sldChg chg="addSp delSp modSp new mod setBg">
        <pc:chgData name="K00282339: Zach Ahearn" userId="d59380b1-cd2a-4316-8aa2-4b8a914a93d3" providerId="ADAL" clId="{BEC2917D-8495-406D-AF60-FDF3293C01FE}" dt="2026-04-10T23:17:44.528" v="1439" actId="26606"/>
        <pc:sldMkLst>
          <pc:docMk/>
          <pc:sldMk cId="4222881978" sldId="266"/>
        </pc:sldMkLst>
        <pc:spChg chg="mod">
          <ac:chgData name="K00282339: Zach Ahearn" userId="d59380b1-cd2a-4316-8aa2-4b8a914a93d3" providerId="ADAL" clId="{BEC2917D-8495-406D-AF60-FDF3293C01FE}" dt="2026-04-10T23:17:44.528" v="1439" actId="26606"/>
          <ac:spMkLst>
            <pc:docMk/>
            <pc:sldMk cId="4222881978" sldId="266"/>
            <ac:spMk id="2" creationId="{31559A54-B988-E65D-1981-814DF1254869}"/>
          </ac:spMkLst>
        </pc:spChg>
        <pc:spChg chg="add">
          <ac:chgData name="K00282339: Zach Ahearn" userId="d59380b1-cd2a-4316-8aa2-4b8a914a93d3" providerId="ADAL" clId="{BEC2917D-8495-406D-AF60-FDF3293C01FE}" dt="2026-04-10T23:17:44.528" v="1439" actId="26606"/>
          <ac:spMkLst>
            <pc:docMk/>
            <pc:sldMk cId="4222881978" sldId="266"/>
            <ac:spMk id="9" creationId="{BACC6370-2D7E-4714-9D71-7542949D7D5D}"/>
          </ac:spMkLst>
        </pc:spChg>
        <pc:spChg chg="add">
          <ac:chgData name="K00282339: Zach Ahearn" userId="d59380b1-cd2a-4316-8aa2-4b8a914a93d3" providerId="ADAL" clId="{BEC2917D-8495-406D-AF60-FDF3293C01FE}" dt="2026-04-10T23:17:44.528" v="1439" actId="26606"/>
          <ac:spMkLst>
            <pc:docMk/>
            <pc:sldMk cId="4222881978" sldId="266"/>
            <ac:spMk id="11" creationId="{256B2C21-A230-48C0-8DF1-C46611373C44}"/>
          </ac:spMkLst>
        </pc:spChg>
        <pc:spChg chg="add">
          <ac:chgData name="K00282339: Zach Ahearn" userId="d59380b1-cd2a-4316-8aa2-4b8a914a93d3" providerId="ADAL" clId="{BEC2917D-8495-406D-AF60-FDF3293C01FE}" dt="2026-04-10T23:17:44.528" v="1439" actId="26606"/>
          <ac:spMkLst>
            <pc:docMk/>
            <pc:sldMk cId="4222881978" sldId="266"/>
            <ac:spMk id="13" creationId="{3847E18C-932D-4C95-AABA-FEC7C9499AD7}"/>
          </ac:spMkLst>
        </pc:spChg>
        <pc:spChg chg="add">
          <ac:chgData name="K00282339: Zach Ahearn" userId="d59380b1-cd2a-4316-8aa2-4b8a914a93d3" providerId="ADAL" clId="{BEC2917D-8495-406D-AF60-FDF3293C01FE}" dt="2026-04-10T23:17:44.528" v="1439" actId="26606"/>
          <ac:spMkLst>
            <pc:docMk/>
            <pc:sldMk cId="4222881978" sldId="266"/>
            <ac:spMk id="15" creationId="{3150CB11-0C61-439E-910F-5787759E72A0}"/>
          </ac:spMkLst>
        </pc:spChg>
        <pc:spChg chg="add">
          <ac:chgData name="K00282339: Zach Ahearn" userId="d59380b1-cd2a-4316-8aa2-4b8a914a93d3" providerId="ADAL" clId="{BEC2917D-8495-406D-AF60-FDF3293C01FE}" dt="2026-04-10T23:17:44.528" v="1439" actId="26606"/>
          <ac:spMkLst>
            <pc:docMk/>
            <pc:sldMk cId="4222881978" sldId="266"/>
            <ac:spMk id="17" creationId="{43F8A58B-5155-44CE-A5FF-7647B47D0A7A}"/>
          </ac:spMkLst>
        </pc:spChg>
        <pc:spChg chg="add">
          <ac:chgData name="K00282339: Zach Ahearn" userId="d59380b1-cd2a-4316-8aa2-4b8a914a93d3" providerId="ADAL" clId="{BEC2917D-8495-406D-AF60-FDF3293C01FE}" dt="2026-04-10T23:17:44.528" v="1439" actId="26606"/>
          <ac:spMkLst>
            <pc:docMk/>
            <pc:sldMk cId="4222881978" sldId="266"/>
            <ac:spMk id="19" creationId="{443F2ACA-E6D6-4028-82DD-F03C262D5DE6}"/>
          </ac:spMkLst>
        </pc:spChg>
        <pc:graphicFrameChg chg="add">
          <ac:chgData name="K00282339: Zach Ahearn" userId="d59380b1-cd2a-4316-8aa2-4b8a914a93d3" providerId="ADAL" clId="{BEC2917D-8495-406D-AF60-FDF3293C01FE}" dt="2026-04-10T23:17:44.528" v="1439" actId="26606"/>
          <ac:graphicFrameMkLst>
            <pc:docMk/>
            <pc:sldMk cId="4222881978" sldId="266"/>
            <ac:graphicFrameMk id="5" creationId="{BE27EDF5-966F-DC17-CE5F-67F8D148D611}"/>
          </ac:graphicFrameMkLst>
        </pc:graphicFrameChg>
      </pc:sldChg>
      <pc:sldChg chg="addSp delSp modSp new mod">
        <pc:chgData name="K00282339: Zach Ahearn" userId="d59380b1-cd2a-4316-8aa2-4b8a914a93d3" providerId="ADAL" clId="{BEC2917D-8495-406D-AF60-FDF3293C01FE}" dt="2026-04-10T23:14:08.545" v="1372" actId="255"/>
        <pc:sldMkLst>
          <pc:docMk/>
          <pc:sldMk cId="89521318" sldId="267"/>
        </pc:sldMkLst>
        <pc:spChg chg="mod">
          <ac:chgData name="K00282339: Zach Ahearn" userId="d59380b1-cd2a-4316-8aa2-4b8a914a93d3" providerId="ADAL" clId="{BEC2917D-8495-406D-AF60-FDF3293C01FE}" dt="2026-04-10T23:14:08.545" v="1372" actId="255"/>
          <ac:spMkLst>
            <pc:docMk/>
            <pc:sldMk cId="89521318" sldId="267"/>
            <ac:spMk id="2" creationId="{B23F3BEA-02BF-E6DA-B4F7-3BB27F7811C4}"/>
          </ac:spMkLst>
        </pc:spChg>
        <pc:picChg chg="add mod ord">
          <ac:chgData name="K00282339: Zach Ahearn" userId="d59380b1-cd2a-4316-8aa2-4b8a914a93d3" providerId="ADAL" clId="{BEC2917D-8495-406D-AF60-FDF3293C01FE}" dt="2026-04-10T23:13:58.051" v="1370" actId="1076"/>
          <ac:picMkLst>
            <pc:docMk/>
            <pc:sldMk cId="89521318" sldId="267"/>
            <ac:picMk id="5" creationId="{4A094802-7DB3-BE37-9646-7DAC8084B577}"/>
          </ac:picMkLst>
        </pc:picChg>
      </pc:sldChg>
      <pc:sldChg chg="addSp delSp modSp new mod setBg modClrScheme addAnim delAnim modAnim setClrOvrMap chgLayout">
        <pc:chgData name="K00282339: Zach Ahearn" userId="d59380b1-cd2a-4316-8aa2-4b8a914a93d3" providerId="ADAL" clId="{BEC2917D-8495-406D-AF60-FDF3293C01FE}" dt="2026-04-10T23:11:53.156" v="1332"/>
        <pc:sldMkLst>
          <pc:docMk/>
          <pc:sldMk cId="4150193207" sldId="268"/>
        </pc:sldMkLst>
        <pc:spChg chg="mod ord">
          <ac:chgData name="K00282339: Zach Ahearn" userId="d59380b1-cd2a-4316-8aa2-4b8a914a93d3" providerId="ADAL" clId="{BEC2917D-8495-406D-AF60-FDF3293C01FE}" dt="2026-04-10T23:10:51.793" v="1319" actId="26606"/>
          <ac:spMkLst>
            <pc:docMk/>
            <pc:sldMk cId="4150193207" sldId="268"/>
            <ac:spMk id="2" creationId="{826BC82F-C59A-5E98-5B99-60B1C74011A8}"/>
          </ac:spMkLst>
        </pc:spChg>
        <pc:picChg chg="add mod ord">
          <ac:chgData name="K00282339: Zach Ahearn" userId="d59380b1-cd2a-4316-8aa2-4b8a914a93d3" providerId="ADAL" clId="{BEC2917D-8495-406D-AF60-FDF3293C01FE}" dt="2026-04-10T23:11:34.551" v="1330" actId="26606"/>
          <ac:picMkLst>
            <pc:docMk/>
            <pc:sldMk cId="4150193207" sldId="268"/>
            <ac:picMk id="5" creationId="{4FB990F7-8356-4AA6-4E25-86C034D298FC}"/>
          </ac:picMkLst>
        </pc:picChg>
      </pc:sldChg>
      <pc:sldChg chg="addSp delSp modSp add mod setBg addAnim delAnim modAnim setClrOvrMap">
        <pc:chgData name="K00282339: Zach Ahearn" userId="d59380b1-cd2a-4316-8aa2-4b8a914a93d3" providerId="ADAL" clId="{BEC2917D-8495-406D-AF60-FDF3293C01FE}" dt="2026-04-10T23:11:58.193" v="1334"/>
        <pc:sldMkLst>
          <pc:docMk/>
          <pc:sldMk cId="1486693385" sldId="269"/>
        </pc:sldMkLst>
        <pc:spChg chg="mod ord">
          <ac:chgData name="K00282339: Zach Ahearn" userId="d59380b1-cd2a-4316-8aa2-4b8a914a93d3" providerId="ADAL" clId="{BEC2917D-8495-406D-AF60-FDF3293C01FE}" dt="2026-04-10T23:11:14.391" v="1322" actId="26606"/>
          <ac:spMkLst>
            <pc:docMk/>
            <pc:sldMk cId="1486693385" sldId="269"/>
            <ac:spMk id="2" creationId="{6808826E-41C4-707A-267B-9E51E3455DE6}"/>
          </ac:spMkLst>
        </pc:spChg>
        <pc:picChg chg="add mod">
          <ac:chgData name="K00282339: Zach Ahearn" userId="d59380b1-cd2a-4316-8aa2-4b8a914a93d3" providerId="ADAL" clId="{BEC2917D-8495-406D-AF60-FDF3293C01FE}" dt="2026-04-10T23:11:14.391" v="1322" actId="26606"/>
          <ac:picMkLst>
            <pc:docMk/>
            <pc:sldMk cId="1486693385" sldId="269"/>
            <ac:picMk id="9" creationId="{2E4F1115-8300-FCBA-FDAD-B154A8C2ABC8}"/>
          </ac:picMkLst>
        </pc:picChg>
      </pc:sldChg>
      <pc:sldChg chg="addSp delSp modSp add mod setBg addAnim delAnim modAnim setClrOvrMap">
        <pc:chgData name="K00282339: Zach Ahearn" userId="d59380b1-cd2a-4316-8aa2-4b8a914a93d3" providerId="ADAL" clId="{BEC2917D-8495-406D-AF60-FDF3293C01FE}" dt="2026-04-10T23:12:03.767" v="1336"/>
        <pc:sldMkLst>
          <pc:docMk/>
          <pc:sldMk cId="349578284" sldId="270"/>
        </pc:sldMkLst>
        <pc:spChg chg="mod ord">
          <ac:chgData name="K00282339: Zach Ahearn" userId="d59380b1-cd2a-4316-8aa2-4b8a914a93d3" providerId="ADAL" clId="{BEC2917D-8495-406D-AF60-FDF3293C01FE}" dt="2026-04-10T23:11:20.685" v="1326" actId="26606"/>
          <ac:spMkLst>
            <pc:docMk/>
            <pc:sldMk cId="349578284" sldId="270"/>
            <ac:spMk id="2" creationId="{9DE83ED6-6EB3-A99A-CDCD-2EB3D72CAEB5}"/>
          </ac:spMkLst>
        </pc:spChg>
        <pc:picChg chg="add mod ord">
          <ac:chgData name="K00282339: Zach Ahearn" userId="d59380b1-cd2a-4316-8aa2-4b8a914a93d3" providerId="ADAL" clId="{BEC2917D-8495-406D-AF60-FDF3293C01FE}" dt="2026-04-10T23:11:20.685" v="1326" actId="26606"/>
          <ac:picMkLst>
            <pc:docMk/>
            <pc:sldMk cId="349578284" sldId="270"/>
            <ac:picMk id="4" creationId="{4AC9F308-0FCE-11A0-A3BA-D76EDD20995E}"/>
          </ac:picMkLst>
        </pc:picChg>
      </pc:sldChg>
      <pc:sldChg chg="delSp modSp add mod setBg addAnim modAnim setClrOvrMap">
        <pc:chgData name="K00282339: Zach Ahearn" userId="d59380b1-cd2a-4316-8aa2-4b8a914a93d3" providerId="ADAL" clId="{BEC2917D-8495-406D-AF60-FDF3293C01FE}" dt="2026-04-10T23:12:13.476" v="1346" actId="20577"/>
        <pc:sldMkLst>
          <pc:docMk/>
          <pc:sldMk cId="515848568" sldId="271"/>
        </pc:sldMkLst>
        <pc:spChg chg="mod">
          <ac:chgData name="K00282339: Zach Ahearn" userId="d59380b1-cd2a-4316-8aa2-4b8a914a93d3" providerId="ADAL" clId="{BEC2917D-8495-406D-AF60-FDF3293C01FE}" dt="2026-04-10T23:12:13.476" v="1346" actId="20577"/>
          <ac:spMkLst>
            <pc:docMk/>
            <pc:sldMk cId="515848568" sldId="271"/>
            <ac:spMk id="2" creationId="{10E1F1F8-DB9D-E8A0-D9D2-3AA8B8B5E0EC}"/>
          </ac:spMkLst>
        </pc:spChg>
        <pc:picChg chg="mod">
          <ac:chgData name="K00282339: Zach Ahearn" userId="d59380b1-cd2a-4316-8aa2-4b8a914a93d3" providerId="ADAL" clId="{BEC2917D-8495-406D-AF60-FDF3293C01FE}" dt="2026-04-10T23:11:02.605" v="1320" actId="26606"/>
          <ac:picMkLst>
            <pc:docMk/>
            <pc:sldMk cId="515848568" sldId="271"/>
            <ac:picMk id="7" creationId="{F2EDD96D-87FD-CD1F-CA38-6D9728F64804}"/>
          </ac:picMkLst>
        </pc:picChg>
      </pc:sldChg>
      <pc:sldChg chg="delSp modSp add mod setBg addAnim modAnim setClrOvrMap">
        <pc:chgData name="K00282339: Zach Ahearn" userId="d59380b1-cd2a-4316-8aa2-4b8a914a93d3" providerId="ADAL" clId="{BEC2917D-8495-406D-AF60-FDF3293C01FE}" dt="2026-04-10T23:12:17.817" v="1351" actId="20577"/>
        <pc:sldMkLst>
          <pc:docMk/>
          <pc:sldMk cId="659516679" sldId="272"/>
        </pc:sldMkLst>
        <pc:spChg chg="mod">
          <ac:chgData name="K00282339: Zach Ahearn" userId="d59380b1-cd2a-4316-8aa2-4b8a914a93d3" providerId="ADAL" clId="{BEC2917D-8495-406D-AF60-FDF3293C01FE}" dt="2026-04-10T23:12:17.817" v="1351" actId="20577"/>
          <ac:spMkLst>
            <pc:docMk/>
            <pc:sldMk cId="659516679" sldId="272"/>
            <ac:spMk id="2" creationId="{DBC77F1D-2A86-9A16-2D47-82E57CEE60A0}"/>
          </ac:spMkLst>
        </pc:spChg>
        <pc:picChg chg="mod">
          <ac:chgData name="K00282339: Zach Ahearn" userId="d59380b1-cd2a-4316-8aa2-4b8a914a93d3" providerId="ADAL" clId="{BEC2917D-8495-406D-AF60-FDF3293C01FE}" dt="2026-04-10T23:11:17.654" v="1324" actId="26606"/>
          <ac:picMkLst>
            <pc:docMk/>
            <pc:sldMk cId="659516679" sldId="272"/>
            <ac:picMk id="7" creationId="{E9917109-C21F-26C8-871D-6B84AD571D34}"/>
          </ac:picMkLst>
        </pc:picChg>
      </pc:sldChg>
      <pc:sldChg chg="delSp modSp add mod setBg addAnim modAnim setClrOvrMap">
        <pc:chgData name="K00282339: Zach Ahearn" userId="d59380b1-cd2a-4316-8aa2-4b8a914a93d3" providerId="ADAL" clId="{BEC2917D-8495-406D-AF60-FDF3293C01FE}" dt="2026-04-10T23:12:22.887" v="1358" actId="20577"/>
        <pc:sldMkLst>
          <pc:docMk/>
          <pc:sldMk cId="2415261178" sldId="273"/>
        </pc:sldMkLst>
        <pc:spChg chg="mod">
          <ac:chgData name="K00282339: Zach Ahearn" userId="d59380b1-cd2a-4316-8aa2-4b8a914a93d3" providerId="ADAL" clId="{BEC2917D-8495-406D-AF60-FDF3293C01FE}" dt="2026-04-10T23:12:22.887" v="1358" actId="20577"/>
          <ac:spMkLst>
            <pc:docMk/>
            <pc:sldMk cId="2415261178" sldId="273"/>
            <ac:spMk id="2" creationId="{884AB391-ECBE-D75A-B623-158E7AA3E97F}"/>
          </ac:spMkLst>
        </pc:spChg>
        <pc:picChg chg="mod">
          <ac:chgData name="K00282339: Zach Ahearn" userId="d59380b1-cd2a-4316-8aa2-4b8a914a93d3" providerId="ADAL" clId="{BEC2917D-8495-406D-AF60-FDF3293C01FE}" dt="2026-04-10T23:11:24.014" v="1328" actId="26606"/>
          <ac:picMkLst>
            <pc:docMk/>
            <pc:sldMk cId="2415261178" sldId="273"/>
            <ac:picMk id="6" creationId="{FEE2B22B-04C6-E63B-DAA1-ECDC1693B53A}"/>
          </ac:picMkLst>
        </pc:picChg>
      </pc:sldChg>
      <pc:sldChg chg="addSp delSp modSp new mod setBg">
        <pc:chgData name="K00282339: Zach Ahearn" userId="d59380b1-cd2a-4316-8aa2-4b8a914a93d3" providerId="ADAL" clId="{BEC2917D-8495-406D-AF60-FDF3293C01FE}" dt="2026-04-11T14:00:38.045" v="1535" actId="26606"/>
        <pc:sldMkLst>
          <pc:docMk/>
          <pc:sldMk cId="560106381" sldId="274"/>
        </pc:sldMkLst>
        <pc:spChg chg="mod">
          <ac:chgData name="K00282339: Zach Ahearn" userId="d59380b1-cd2a-4316-8aa2-4b8a914a93d3" providerId="ADAL" clId="{BEC2917D-8495-406D-AF60-FDF3293C01FE}" dt="2026-04-11T14:00:38.045" v="1535" actId="26606"/>
          <ac:spMkLst>
            <pc:docMk/>
            <pc:sldMk cId="560106381" sldId="274"/>
            <ac:spMk id="2" creationId="{37FF7D84-D5C9-DF02-C927-B0DB74545E97}"/>
          </ac:spMkLst>
        </pc:spChg>
        <pc:spChg chg="del mod">
          <ac:chgData name="K00282339: Zach Ahearn" userId="d59380b1-cd2a-4316-8aa2-4b8a914a93d3" providerId="ADAL" clId="{BEC2917D-8495-406D-AF60-FDF3293C01FE}" dt="2026-04-11T14:00:38.045" v="1535" actId="26606"/>
          <ac:spMkLst>
            <pc:docMk/>
            <pc:sldMk cId="560106381" sldId="274"/>
            <ac:spMk id="3" creationId="{8278045C-649F-EF88-A085-91817F7E2C78}"/>
          </ac:spMkLst>
        </pc:spChg>
        <pc:spChg chg="add">
          <ac:chgData name="K00282339: Zach Ahearn" userId="d59380b1-cd2a-4316-8aa2-4b8a914a93d3" providerId="ADAL" clId="{BEC2917D-8495-406D-AF60-FDF3293C01FE}" dt="2026-04-11T14:00:38.045" v="1535" actId="26606"/>
          <ac:spMkLst>
            <pc:docMk/>
            <pc:sldMk cId="560106381" sldId="274"/>
            <ac:spMk id="9" creationId="{BACC6370-2D7E-4714-9D71-7542949D7D5D}"/>
          </ac:spMkLst>
        </pc:spChg>
        <pc:spChg chg="add">
          <ac:chgData name="K00282339: Zach Ahearn" userId="d59380b1-cd2a-4316-8aa2-4b8a914a93d3" providerId="ADAL" clId="{BEC2917D-8495-406D-AF60-FDF3293C01FE}" dt="2026-04-11T14:00:38.045" v="1535" actId="26606"/>
          <ac:spMkLst>
            <pc:docMk/>
            <pc:sldMk cId="560106381" sldId="274"/>
            <ac:spMk id="11" creationId="{F68B3F68-107C-434F-AA38-110D5EA91B85}"/>
          </ac:spMkLst>
        </pc:spChg>
        <pc:spChg chg="add">
          <ac:chgData name="K00282339: Zach Ahearn" userId="d59380b1-cd2a-4316-8aa2-4b8a914a93d3" providerId="ADAL" clId="{BEC2917D-8495-406D-AF60-FDF3293C01FE}" dt="2026-04-11T14:00:38.045" v="1535" actId="26606"/>
          <ac:spMkLst>
            <pc:docMk/>
            <pc:sldMk cId="560106381" sldId="274"/>
            <ac:spMk id="13" creationId="{AAD0DBB9-1A4B-4391-81D4-CB19F9AB918A}"/>
          </ac:spMkLst>
        </pc:spChg>
        <pc:spChg chg="add">
          <ac:chgData name="K00282339: Zach Ahearn" userId="d59380b1-cd2a-4316-8aa2-4b8a914a93d3" providerId="ADAL" clId="{BEC2917D-8495-406D-AF60-FDF3293C01FE}" dt="2026-04-11T14:00:38.045" v="1535" actId="26606"/>
          <ac:spMkLst>
            <pc:docMk/>
            <pc:sldMk cId="560106381" sldId="274"/>
            <ac:spMk id="15" creationId="{063BBA22-50EA-4C4D-BE05-F1CE4E63AA56}"/>
          </ac:spMkLst>
        </pc:spChg>
        <pc:graphicFrameChg chg="add">
          <ac:chgData name="K00282339: Zach Ahearn" userId="d59380b1-cd2a-4316-8aa2-4b8a914a93d3" providerId="ADAL" clId="{BEC2917D-8495-406D-AF60-FDF3293C01FE}" dt="2026-04-11T14:00:38.045" v="1535" actId="26606"/>
          <ac:graphicFrameMkLst>
            <pc:docMk/>
            <pc:sldMk cId="560106381" sldId="274"/>
            <ac:graphicFrameMk id="5" creationId="{33046FE6-5911-508E-FDD5-CE5E6F97D91E}"/>
          </ac:graphicFrameMkLst>
        </pc:graphicFrameChg>
      </pc:sldChg>
      <pc:sldChg chg="addSp delSp modSp new mod ord setBg">
        <pc:chgData name="K00282339: Zach Ahearn" userId="d59380b1-cd2a-4316-8aa2-4b8a914a93d3" providerId="ADAL" clId="{BEC2917D-8495-406D-AF60-FDF3293C01FE}" dt="2026-04-11T14:18:12.976" v="2466" actId="26606"/>
        <pc:sldMkLst>
          <pc:docMk/>
          <pc:sldMk cId="1918073632" sldId="275"/>
        </pc:sldMkLst>
        <pc:spChg chg="mod">
          <ac:chgData name="K00282339: Zach Ahearn" userId="d59380b1-cd2a-4316-8aa2-4b8a914a93d3" providerId="ADAL" clId="{BEC2917D-8495-406D-AF60-FDF3293C01FE}" dt="2026-04-11T14:18:12.976" v="2466" actId="26606"/>
          <ac:spMkLst>
            <pc:docMk/>
            <pc:sldMk cId="1918073632" sldId="275"/>
            <ac:spMk id="2" creationId="{14489DB4-82CB-BB5E-AC11-72503A4A2F56}"/>
          </ac:spMkLst>
        </pc:spChg>
        <pc:spChg chg="del mod">
          <ac:chgData name="K00282339: Zach Ahearn" userId="d59380b1-cd2a-4316-8aa2-4b8a914a93d3" providerId="ADAL" clId="{BEC2917D-8495-406D-AF60-FDF3293C01FE}" dt="2026-04-11T14:18:03.430" v="2463" actId="26606"/>
          <ac:spMkLst>
            <pc:docMk/>
            <pc:sldMk cId="1918073632" sldId="275"/>
            <ac:spMk id="3" creationId="{40B4EC7B-7C69-FCD0-7756-5BA48E255414}"/>
          </ac:spMkLst>
        </pc:spChg>
        <pc:spChg chg="add del">
          <ac:chgData name="K00282339: Zach Ahearn" userId="d59380b1-cd2a-4316-8aa2-4b8a914a93d3" providerId="ADAL" clId="{BEC2917D-8495-406D-AF60-FDF3293C01FE}" dt="2026-04-11T14:18:12.976" v="2466" actId="26606"/>
          <ac:spMkLst>
            <pc:docMk/>
            <pc:sldMk cId="1918073632" sldId="275"/>
            <ac:spMk id="9" creationId="{BACC6370-2D7E-4714-9D71-7542949D7D5D}"/>
          </ac:spMkLst>
        </pc:spChg>
        <pc:spChg chg="add del">
          <ac:chgData name="K00282339: Zach Ahearn" userId="d59380b1-cd2a-4316-8aa2-4b8a914a93d3" providerId="ADAL" clId="{BEC2917D-8495-406D-AF60-FDF3293C01FE}" dt="2026-04-11T14:18:12.976" v="2466" actId="26606"/>
          <ac:spMkLst>
            <pc:docMk/>
            <pc:sldMk cId="1918073632" sldId="275"/>
            <ac:spMk id="11" creationId="{256B2C21-A230-48C0-8DF1-C46611373C44}"/>
          </ac:spMkLst>
        </pc:spChg>
        <pc:spChg chg="add del">
          <ac:chgData name="K00282339: Zach Ahearn" userId="d59380b1-cd2a-4316-8aa2-4b8a914a93d3" providerId="ADAL" clId="{BEC2917D-8495-406D-AF60-FDF3293C01FE}" dt="2026-04-11T14:18:12.976" v="2466" actId="26606"/>
          <ac:spMkLst>
            <pc:docMk/>
            <pc:sldMk cId="1918073632" sldId="275"/>
            <ac:spMk id="13" creationId="{3847E18C-932D-4C95-AABA-FEC7C9499AD7}"/>
          </ac:spMkLst>
        </pc:spChg>
        <pc:spChg chg="add del">
          <ac:chgData name="K00282339: Zach Ahearn" userId="d59380b1-cd2a-4316-8aa2-4b8a914a93d3" providerId="ADAL" clId="{BEC2917D-8495-406D-AF60-FDF3293C01FE}" dt="2026-04-11T14:18:12.943" v="2465" actId="26606"/>
          <ac:spMkLst>
            <pc:docMk/>
            <pc:sldMk cId="1918073632" sldId="275"/>
            <ac:spMk id="15" creationId="{3150CB11-0C61-439E-910F-5787759E72A0}"/>
          </ac:spMkLst>
        </pc:spChg>
        <pc:spChg chg="add del">
          <ac:chgData name="K00282339: Zach Ahearn" userId="d59380b1-cd2a-4316-8aa2-4b8a914a93d3" providerId="ADAL" clId="{BEC2917D-8495-406D-AF60-FDF3293C01FE}" dt="2026-04-11T14:18:12.976" v="2466" actId="26606"/>
          <ac:spMkLst>
            <pc:docMk/>
            <pc:sldMk cId="1918073632" sldId="275"/>
            <ac:spMk id="17" creationId="{43F8A58B-5155-44CE-A5FF-7647B47D0A7A}"/>
          </ac:spMkLst>
        </pc:spChg>
        <pc:spChg chg="add del">
          <ac:chgData name="K00282339: Zach Ahearn" userId="d59380b1-cd2a-4316-8aa2-4b8a914a93d3" providerId="ADAL" clId="{BEC2917D-8495-406D-AF60-FDF3293C01FE}" dt="2026-04-11T14:18:12.976" v="2466" actId="26606"/>
          <ac:spMkLst>
            <pc:docMk/>
            <pc:sldMk cId="1918073632" sldId="275"/>
            <ac:spMk id="19" creationId="{443F2ACA-E6D6-4028-82DD-F03C262D5DE6}"/>
          </ac:spMkLst>
        </pc:spChg>
        <pc:spChg chg="add del">
          <ac:chgData name="K00282339: Zach Ahearn" userId="d59380b1-cd2a-4316-8aa2-4b8a914a93d3" providerId="ADAL" clId="{BEC2917D-8495-406D-AF60-FDF3293C01FE}" dt="2026-04-11T14:18:12.943" v="2465" actId="26606"/>
          <ac:spMkLst>
            <pc:docMk/>
            <pc:sldMk cId="1918073632" sldId="275"/>
            <ac:spMk id="24" creationId="{BACC6370-2D7E-4714-9D71-7542949D7D5D}"/>
          </ac:spMkLst>
        </pc:spChg>
        <pc:spChg chg="add del">
          <ac:chgData name="K00282339: Zach Ahearn" userId="d59380b1-cd2a-4316-8aa2-4b8a914a93d3" providerId="ADAL" clId="{BEC2917D-8495-406D-AF60-FDF3293C01FE}" dt="2026-04-11T14:18:12.943" v="2465" actId="26606"/>
          <ac:spMkLst>
            <pc:docMk/>
            <pc:sldMk cId="1918073632" sldId="275"/>
            <ac:spMk id="26" creationId="{256B2C21-A230-48C0-8DF1-C46611373C44}"/>
          </ac:spMkLst>
        </pc:spChg>
        <pc:spChg chg="add del">
          <ac:chgData name="K00282339: Zach Ahearn" userId="d59380b1-cd2a-4316-8aa2-4b8a914a93d3" providerId="ADAL" clId="{BEC2917D-8495-406D-AF60-FDF3293C01FE}" dt="2026-04-11T14:18:12.943" v="2465" actId="26606"/>
          <ac:spMkLst>
            <pc:docMk/>
            <pc:sldMk cId="1918073632" sldId="275"/>
            <ac:spMk id="28" creationId="{3847E18C-932D-4C95-AABA-FEC7C9499AD7}"/>
          </ac:spMkLst>
        </pc:spChg>
        <pc:spChg chg="add del">
          <ac:chgData name="K00282339: Zach Ahearn" userId="d59380b1-cd2a-4316-8aa2-4b8a914a93d3" providerId="ADAL" clId="{BEC2917D-8495-406D-AF60-FDF3293C01FE}" dt="2026-04-11T14:18:12.943" v="2465" actId="26606"/>
          <ac:spMkLst>
            <pc:docMk/>
            <pc:sldMk cId="1918073632" sldId="275"/>
            <ac:spMk id="30" creationId="{3150CB11-0C61-439E-910F-5787759E72A0}"/>
          </ac:spMkLst>
        </pc:spChg>
        <pc:spChg chg="add del">
          <ac:chgData name="K00282339: Zach Ahearn" userId="d59380b1-cd2a-4316-8aa2-4b8a914a93d3" providerId="ADAL" clId="{BEC2917D-8495-406D-AF60-FDF3293C01FE}" dt="2026-04-11T14:18:12.943" v="2465" actId="26606"/>
          <ac:spMkLst>
            <pc:docMk/>
            <pc:sldMk cId="1918073632" sldId="275"/>
            <ac:spMk id="32" creationId="{43F8A58B-5155-44CE-A5FF-7647B47D0A7A}"/>
          </ac:spMkLst>
        </pc:spChg>
        <pc:spChg chg="add del">
          <ac:chgData name="K00282339: Zach Ahearn" userId="d59380b1-cd2a-4316-8aa2-4b8a914a93d3" providerId="ADAL" clId="{BEC2917D-8495-406D-AF60-FDF3293C01FE}" dt="2026-04-11T14:18:12.943" v="2465" actId="26606"/>
          <ac:spMkLst>
            <pc:docMk/>
            <pc:sldMk cId="1918073632" sldId="275"/>
            <ac:spMk id="34" creationId="{443F2ACA-E6D6-4028-82DD-F03C262D5DE6}"/>
          </ac:spMkLst>
        </pc:spChg>
        <pc:spChg chg="add">
          <ac:chgData name="K00282339: Zach Ahearn" userId="d59380b1-cd2a-4316-8aa2-4b8a914a93d3" providerId="ADAL" clId="{BEC2917D-8495-406D-AF60-FDF3293C01FE}" dt="2026-04-11T14:18:12.976" v="2466" actId="26606"/>
          <ac:spMkLst>
            <pc:docMk/>
            <pc:sldMk cId="1918073632" sldId="275"/>
            <ac:spMk id="36" creationId="{BACC6370-2D7E-4714-9D71-7542949D7D5D}"/>
          </ac:spMkLst>
        </pc:spChg>
        <pc:spChg chg="add">
          <ac:chgData name="K00282339: Zach Ahearn" userId="d59380b1-cd2a-4316-8aa2-4b8a914a93d3" providerId="ADAL" clId="{BEC2917D-8495-406D-AF60-FDF3293C01FE}" dt="2026-04-11T14:18:12.976" v="2466" actId="26606"/>
          <ac:spMkLst>
            <pc:docMk/>
            <pc:sldMk cId="1918073632" sldId="275"/>
            <ac:spMk id="37" creationId="{F68B3F68-107C-434F-AA38-110D5EA91B85}"/>
          </ac:spMkLst>
        </pc:spChg>
        <pc:spChg chg="add">
          <ac:chgData name="K00282339: Zach Ahearn" userId="d59380b1-cd2a-4316-8aa2-4b8a914a93d3" providerId="ADAL" clId="{BEC2917D-8495-406D-AF60-FDF3293C01FE}" dt="2026-04-11T14:18:12.976" v="2466" actId="26606"/>
          <ac:spMkLst>
            <pc:docMk/>
            <pc:sldMk cId="1918073632" sldId="275"/>
            <ac:spMk id="38" creationId="{AAD0DBB9-1A4B-4391-81D4-CB19F9AB918A}"/>
          </ac:spMkLst>
        </pc:spChg>
        <pc:spChg chg="add">
          <ac:chgData name="K00282339: Zach Ahearn" userId="d59380b1-cd2a-4316-8aa2-4b8a914a93d3" providerId="ADAL" clId="{BEC2917D-8495-406D-AF60-FDF3293C01FE}" dt="2026-04-11T14:18:12.976" v="2466" actId="26606"/>
          <ac:spMkLst>
            <pc:docMk/>
            <pc:sldMk cId="1918073632" sldId="275"/>
            <ac:spMk id="39" creationId="{063BBA22-50EA-4C4D-BE05-F1CE4E63AA56}"/>
          </ac:spMkLst>
        </pc:spChg>
        <pc:graphicFrameChg chg="add">
          <ac:chgData name="K00282339: Zach Ahearn" userId="d59380b1-cd2a-4316-8aa2-4b8a914a93d3" providerId="ADAL" clId="{BEC2917D-8495-406D-AF60-FDF3293C01FE}" dt="2026-04-11T14:18:03.430" v="2463" actId="26606"/>
          <ac:graphicFrameMkLst>
            <pc:docMk/>
            <pc:sldMk cId="1918073632" sldId="275"/>
            <ac:graphicFrameMk id="5" creationId="{33C13228-5BE0-4FE3-496B-42F3F8B468B3}"/>
          </ac:graphicFrameMkLst>
        </pc:graphicFrameChg>
      </pc:sldChg>
      <pc:sldChg chg="addSp delSp modSp add mod setBg">
        <pc:chgData name="K00282339: Zach Ahearn" userId="d59380b1-cd2a-4316-8aa2-4b8a914a93d3" providerId="ADAL" clId="{BEC2917D-8495-406D-AF60-FDF3293C01FE}" dt="2026-04-11T14:17:52.240" v="2462" actId="26606"/>
        <pc:sldMkLst>
          <pc:docMk/>
          <pc:sldMk cId="3420128142" sldId="276"/>
        </pc:sldMkLst>
        <pc:spChg chg="mod">
          <ac:chgData name="K00282339: Zach Ahearn" userId="d59380b1-cd2a-4316-8aa2-4b8a914a93d3" providerId="ADAL" clId="{BEC2917D-8495-406D-AF60-FDF3293C01FE}" dt="2026-04-11T14:17:52.240" v="2462" actId="26606"/>
          <ac:spMkLst>
            <pc:docMk/>
            <pc:sldMk cId="3420128142" sldId="276"/>
            <ac:spMk id="2" creationId="{8717C554-B743-8EDE-FFDB-6E9B7EBE11AB}"/>
          </ac:spMkLst>
        </pc:spChg>
        <pc:spChg chg="del mod">
          <ac:chgData name="K00282339: Zach Ahearn" userId="d59380b1-cd2a-4316-8aa2-4b8a914a93d3" providerId="ADAL" clId="{BEC2917D-8495-406D-AF60-FDF3293C01FE}" dt="2026-04-11T14:17:52.240" v="2462" actId="26606"/>
          <ac:spMkLst>
            <pc:docMk/>
            <pc:sldMk cId="3420128142" sldId="276"/>
            <ac:spMk id="3" creationId="{3544A6F0-1D0E-6C91-53B9-AB7926C4BF27}"/>
          </ac:spMkLst>
        </pc:spChg>
        <pc:spChg chg="add">
          <ac:chgData name="K00282339: Zach Ahearn" userId="d59380b1-cd2a-4316-8aa2-4b8a914a93d3" providerId="ADAL" clId="{BEC2917D-8495-406D-AF60-FDF3293C01FE}" dt="2026-04-11T14:17:52.240" v="2462" actId="26606"/>
          <ac:spMkLst>
            <pc:docMk/>
            <pc:sldMk cId="3420128142" sldId="276"/>
            <ac:spMk id="9" creationId="{BACC6370-2D7E-4714-9D71-7542949D7D5D}"/>
          </ac:spMkLst>
        </pc:spChg>
        <pc:spChg chg="add">
          <ac:chgData name="K00282339: Zach Ahearn" userId="d59380b1-cd2a-4316-8aa2-4b8a914a93d3" providerId="ADAL" clId="{BEC2917D-8495-406D-AF60-FDF3293C01FE}" dt="2026-04-11T14:17:52.240" v="2462" actId="26606"/>
          <ac:spMkLst>
            <pc:docMk/>
            <pc:sldMk cId="3420128142" sldId="276"/>
            <ac:spMk id="11" creationId="{256B2C21-A230-48C0-8DF1-C46611373C44}"/>
          </ac:spMkLst>
        </pc:spChg>
        <pc:spChg chg="add">
          <ac:chgData name="K00282339: Zach Ahearn" userId="d59380b1-cd2a-4316-8aa2-4b8a914a93d3" providerId="ADAL" clId="{BEC2917D-8495-406D-AF60-FDF3293C01FE}" dt="2026-04-11T14:17:52.240" v="2462" actId="26606"/>
          <ac:spMkLst>
            <pc:docMk/>
            <pc:sldMk cId="3420128142" sldId="276"/>
            <ac:spMk id="13" creationId="{3847E18C-932D-4C95-AABA-FEC7C9499AD7}"/>
          </ac:spMkLst>
        </pc:spChg>
        <pc:spChg chg="add">
          <ac:chgData name="K00282339: Zach Ahearn" userId="d59380b1-cd2a-4316-8aa2-4b8a914a93d3" providerId="ADAL" clId="{BEC2917D-8495-406D-AF60-FDF3293C01FE}" dt="2026-04-11T14:17:52.240" v="2462" actId="26606"/>
          <ac:spMkLst>
            <pc:docMk/>
            <pc:sldMk cId="3420128142" sldId="276"/>
            <ac:spMk id="15" creationId="{3150CB11-0C61-439E-910F-5787759E72A0}"/>
          </ac:spMkLst>
        </pc:spChg>
        <pc:spChg chg="add">
          <ac:chgData name="K00282339: Zach Ahearn" userId="d59380b1-cd2a-4316-8aa2-4b8a914a93d3" providerId="ADAL" clId="{BEC2917D-8495-406D-AF60-FDF3293C01FE}" dt="2026-04-11T14:17:52.240" v="2462" actId="26606"/>
          <ac:spMkLst>
            <pc:docMk/>
            <pc:sldMk cId="3420128142" sldId="276"/>
            <ac:spMk id="17" creationId="{43F8A58B-5155-44CE-A5FF-7647B47D0A7A}"/>
          </ac:spMkLst>
        </pc:spChg>
        <pc:spChg chg="add">
          <ac:chgData name="K00282339: Zach Ahearn" userId="d59380b1-cd2a-4316-8aa2-4b8a914a93d3" providerId="ADAL" clId="{BEC2917D-8495-406D-AF60-FDF3293C01FE}" dt="2026-04-11T14:17:52.240" v="2462" actId="26606"/>
          <ac:spMkLst>
            <pc:docMk/>
            <pc:sldMk cId="3420128142" sldId="276"/>
            <ac:spMk id="19" creationId="{443F2ACA-E6D6-4028-82DD-F03C262D5DE6}"/>
          </ac:spMkLst>
        </pc:spChg>
        <pc:graphicFrameChg chg="add">
          <ac:chgData name="K00282339: Zach Ahearn" userId="d59380b1-cd2a-4316-8aa2-4b8a914a93d3" providerId="ADAL" clId="{BEC2917D-8495-406D-AF60-FDF3293C01FE}" dt="2026-04-11T14:17:52.240" v="2462" actId="26606"/>
          <ac:graphicFrameMkLst>
            <pc:docMk/>
            <pc:sldMk cId="3420128142" sldId="276"/>
            <ac:graphicFrameMk id="5" creationId="{F409460A-F7B0-3114-49D9-F4A659E3405C}"/>
          </ac:graphicFrameMkLst>
        </pc:graphicFrameChg>
      </pc:sldChg>
      <pc:sldChg chg="addSp delSp modSp add mod setBg">
        <pc:chgData name="K00282339: Zach Ahearn" userId="d59380b1-cd2a-4316-8aa2-4b8a914a93d3" providerId="ADAL" clId="{BEC2917D-8495-406D-AF60-FDF3293C01FE}" dt="2026-04-11T14:17:49.230" v="2461" actId="26606"/>
        <pc:sldMkLst>
          <pc:docMk/>
          <pc:sldMk cId="1065924912" sldId="277"/>
        </pc:sldMkLst>
        <pc:spChg chg="mod">
          <ac:chgData name="K00282339: Zach Ahearn" userId="d59380b1-cd2a-4316-8aa2-4b8a914a93d3" providerId="ADAL" clId="{BEC2917D-8495-406D-AF60-FDF3293C01FE}" dt="2026-04-11T14:17:49.230" v="2461" actId="26606"/>
          <ac:spMkLst>
            <pc:docMk/>
            <pc:sldMk cId="1065924912" sldId="277"/>
            <ac:spMk id="2" creationId="{71241047-F2F0-8858-DEFB-995ED516E823}"/>
          </ac:spMkLst>
        </pc:spChg>
        <pc:spChg chg="del mod">
          <ac:chgData name="K00282339: Zach Ahearn" userId="d59380b1-cd2a-4316-8aa2-4b8a914a93d3" providerId="ADAL" clId="{BEC2917D-8495-406D-AF60-FDF3293C01FE}" dt="2026-04-11T14:17:49.230" v="2461" actId="26606"/>
          <ac:spMkLst>
            <pc:docMk/>
            <pc:sldMk cId="1065924912" sldId="277"/>
            <ac:spMk id="3" creationId="{06A869FE-F9C7-1902-CAC0-E19F4FD793B7}"/>
          </ac:spMkLst>
        </pc:spChg>
        <pc:spChg chg="add">
          <ac:chgData name="K00282339: Zach Ahearn" userId="d59380b1-cd2a-4316-8aa2-4b8a914a93d3" providerId="ADAL" clId="{BEC2917D-8495-406D-AF60-FDF3293C01FE}" dt="2026-04-11T14:17:49.230" v="2461" actId="26606"/>
          <ac:spMkLst>
            <pc:docMk/>
            <pc:sldMk cId="1065924912" sldId="277"/>
            <ac:spMk id="9" creationId="{BACC6370-2D7E-4714-9D71-7542949D7D5D}"/>
          </ac:spMkLst>
        </pc:spChg>
        <pc:spChg chg="add">
          <ac:chgData name="K00282339: Zach Ahearn" userId="d59380b1-cd2a-4316-8aa2-4b8a914a93d3" providerId="ADAL" clId="{BEC2917D-8495-406D-AF60-FDF3293C01FE}" dt="2026-04-11T14:17:49.230" v="2461" actId="26606"/>
          <ac:spMkLst>
            <pc:docMk/>
            <pc:sldMk cId="1065924912" sldId="277"/>
            <ac:spMk id="11" creationId="{256B2C21-A230-48C0-8DF1-C46611373C44}"/>
          </ac:spMkLst>
        </pc:spChg>
        <pc:spChg chg="add">
          <ac:chgData name="K00282339: Zach Ahearn" userId="d59380b1-cd2a-4316-8aa2-4b8a914a93d3" providerId="ADAL" clId="{BEC2917D-8495-406D-AF60-FDF3293C01FE}" dt="2026-04-11T14:17:49.230" v="2461" actId="26606"/>
          <ac:spMkLst>
            <pc:docMk/>
            <pc:sldMk cId="1065924912" sldId="277"/>
            <ac:spMk id="13" creationId="{3847E18C-932D-4C95-AABA-FEC7C9499AD7}"/>
          </ac:spMkLst>
        </pc:spChg>
        <pc:spChg chg="add">
          <ac:chgData name="K00282339: Zach Ahearn" userId="d59380b1-cd2a-4316-8aa2-4b8a914a93d3" providerId="ADAL" clId="{BEC2917D-8495-406D-AF60-FDF3293C01FE}" dt="2026-04-11T14:17:49.230" v="2461" actId="26606"/>
          <ac:spMkLst>
            <pc:docMk/>
            <pc:sldMk cId="1065924912" sldId="277"/>
            <ac:spMk id="15" creationId="{3150CB11-0C61-439E-910F-5787759E72A0}"/>
          </ac:spMkLst>
        </pc:spChg>
        <pc:spChg chg="add">
          <ac:chgData name="K00282339: Zach Ahearn" userId="d59380b1-cd2a-4316-8aa2-4b8a914a93d3" providerId="ADAL" clId="{BEC2917D-8495-406D-AF60-FDF3293C01FE}" dt="2026-04-11T14:17:49.230" v="2461" actId="26606"/>
          <ac:spMkLst>
            <pc:docMk/>
            <pc:sldMk cId="1065924912" sldId="277"/>
            <ac:spMk id="17" creationId="{43F8A58B-5155-44CE-A5FF-7647B47D0A7A}"/>
          </ac:spMkLst>
        </pc:spChg>
        <pc:spChg chg="add">
          <ac:chgData name="K00282339: Zach Ahearn" userId="d59380b1-cd2a-4316-8aa2-4b8a914a93d3" providerId="ADAL" clId="{BEC2917D-8495-406D-AF60-FDF3293C01FE}" dt="2026-04-11T14:17:49.230" v="2461" actId="26606"/>
          <ac:spMkLst>
            <pc:docMk/>
            <pc:sldMk cId="1065924912" sldId="277"/>
            <ac:spMk id="19" creationId="{443F2ACA-E6D6-4028-82DD-F03C262D5DE6}"/>
          </ac:spMkLst>
        </pc:spChg>
        <pc:graphicFrameChg chg="add">
          <ac:chgData name="K00282339: Zach Ahearn" userId="d59380b1-cd2a-4316-8aa2-4b8a914a93d3" providerId="ADAL" clId="{BEC2917D-8495-406D-AF60-FDF3293C01FE}" dt="2026-04-11T14:17:49.230" v="2461" actId="26606"/>
          <ac:graphicFrameMkLst>
            <pc:docMk/>
            <pc:sldMk cId="1065924912" sldId="277"/>
            <ac:graphicFrameMk id="5" creationId="{39E55B72-7C47-24CE-DFD3-DA7860DE5941}"/>
          </ac:graphicFrameMkLst>
        </pc:graphicFrameChg>
      </pc:sldChg>
      <pc:sldChg chg="addSp delSp modSp add mod setBg">
        <pc:chgData name="K00282339: Zach Ahearn" userId="d59380b1-cd2a-4316-8aa2-4b8a914a93d3" providerId="ADAL" clId="{BEC2917D-8495-406D-AF60-FDF3293C01FE}" dt="2026-04-11T14:17:46.438" v="2460" actId="26606"/>
        <pc:sldMkLst>
          <pc:docMk/>
          <pc:sldMk cId="4120530665" sldId="278"/>
        </pc:sldMkLst>
        <pc:spChg chg="mod">
          <ac:chgData name="K00282339: Zach Ahearn" userId="d59380b1-cd2a-4316-8aa2-4b8a914a93d3" providerId="ADAL" clId="{BEC2917D-8495-406D-AF60-FDF3293C01FE}" dt="2026-04-11T14:17:46.438" v="2460" actId="26606"/>
          <ac:spMkLst>
            <pc:docMk/>
            <pc:sldMk cId="4120530665" sldId="278"/>
            <ac:spMk id="2" creationId="{F7ED487C-AC45-ADD7-87AE-8AB66B36D814}"/>
          </ac:spMkLst>
        </pc:spChg>
        <pc:spChg chg="del mod">
          <ac:chgData name="K00282339: Zach Ahearn" userId="d59380b1-cd2a-4316-8aa2-4b8a914a93d3" providerId="ADAL" clId="{BEC2917D-8495-406D-AF60-FDF3293C01FE}" dt="2026-04-11T14:17:46.438" v="2460" actId="26606"/>
          <ac:spMkLst>
            <pc:docMk/>
            <pc:sldMk cId="4120530665" sldId="278"/>
            <ac:spMk id="3" creationId="{E71EE7E6-B452-8CCF-5293-652DCF4C4435}"/>
          </ac:spMkLst>
        </pc:spChg>
        <pc:spChg chg="add">
          <ac:chgData name="K00282339: Zach Ahearn" userId="d59380b1-cd2a-4316-8aa2-4b8a914a93d3" providerId="ADAL" clId="{BEC2917D-8495-406D-AF60-FDF3293C01FE}" dt="2026-04-11T14:17:46.438" v="2460" actId="26606"/>
          <ac:spMkLst>
            <pc:docMk/>
            <pc:sldMk cId="4120530665" sldId="278"/>
            <ac:spMk id="9" creationId="{BACC6370-2D7E-4714-9D71-7542949D7D5D}"/>
          </ac:spMkLst>
        </pc:spChg>
        <pc:spChg chg="add">
          <ac:chgData name="K00282339: Zach Ahearn" userId="d59380b1-cd2a-4316-8aa2-4b8a914a93d3" providerId="ADAL" clId="{BEC2917D-8495-406D-AF60-FDF3293C01FE}" dt="2026-04-11T14:17:46.438" v="2460" actId="26606"/>
          <ac:spMkLst>
            <pc:docMk/>
            <pc:sldMk cId="4120530665" sldId="278"/>
            <ac:spMk id="11" creationId="{256B2C21-A230-48C0-8DF1-C46611373C44}"/>
          </ac:spMkLst>
        </pc:spChg>
        <pc:spChg chg="add">
          <ac:chgData name="K00282339: Zach Ahearn" userId="d59380b1-cd2a-4316-8aa2-4b8a914a93d3" providerId="ADAL" clId="{BEC2917D-8495-406D-AF60-FDF3293C01FE}" dt="2026-04-11T14:17:46.438" v="2460" actId="26606"/>
          <ac:spMkLst>
            <pc:docMk/>
            <pc:sldMk cId="4120530665" sldId="278"/>
            <ac:spMk id="13" creationId="{3847E18C-932D-4C95-AABA-FEC7C9499AD7}"/>
          </ac:spMkLst>
        </pc:spChg>
        <pc:spChg chg="add">
          <ac:chgData name="K00282339: Zach Ahearn" userId="d59380b1-cd2a-4316-8aa2-4b8a914a93d3" providerId="ADAL" clId="{BEC2917D-8495-406D-AF60-FDF3293C01FE}" dt="2026-04-11T14:17:46.438" v="2460" actId="26606"/>
          <ac:spMkLst>
            <pc:docMk/>
            <pc:sldMk cId="4120530665" sldId="278"/>
            <ac:spMk id="15" creationId="{3150CB11-0C61-439E-910F-5787759E72A0}"/>
          </ac:spMkLst>
        </pc:spChg>
        <pc:spChg chg="add">
          <ac:chgData name="K00282339: Zach Ahearn" userId="d59380b1-cd2a-4316-8aa2-4b8a914a93d3" providerId="ADAL" clId="{BEC2917D-8495-406D-AF60-FDF3293C01FE}" dt="2026-04-11T14:17:46.438" v="2460" actId="26606"/>
          <ac:spMkLst>
            <pc:docMk/>
            <pc:sldMk cId="4120530665" sldId="278"/>
            <ac:spMk id="17" creationId="{43F8A58B-5155-44CE-A5FF-7647B47D0A7A}"/>
          </ac:spMkLst>
        </pc:spChg>
        <pc:spChg chg="add">
          <ac:chgData name="K00282339: Zach Ahearn" userId="d59380b1-cd2a-4316-8aa2-4b8a914a93d3" providerId="ADAL" clId="{BEC2917D-8495-406D-AF60-FDF3293C01FE}" dt="2026-04-11T14:17:46.438" v="2460" actId="26606"/>
          <ac:spMkLst>
            <pc:docMk/>
            <pc:sldMk cId="4120530665" sldId="278"/>
            <ac:spMk id="19" creationId="{443F2ACA-E6D6-4028-82DD-F03C262D5DE6}"/>
          </ac:spMkLst>
        </pc:spChg>
        <pc:graphicFrameChg chg="add">
          <ac:chgData name="K00282339: Zach Ahearn" userId="d59380b1-cd2a-4316-8aa2-4b8a914a93d3" providerId="ADAL" clId="{BEC2917D-8495-406D-AF60-FDF3293C01FE}" dt="2026-04-11T14:17:46.438" v="2460" actId="26606"/>
          <ac:graphicFrameMkLst>
            <pc:docMk/>
            <pc:sldMk cId="4120530665" sldId="278"/>
            <ac:graphicFrameMk id="5" creationId="{ED9CC23F-8F00-DE4D-F736-C5EDB12D7631}"/>
          </ac:graphicFrameMkLst>
        </pc:graphicFrameChg>
      </pc:sldChg>
      <pc:sldChg chg="addSp delSp modSp add mod setBg">
        <pc:chgData name="K00282339: Zach Ahearn" userId="d59380b1-cd2a-4316-8aa2-4b8a914a93d3" providerId="ADAL" clId="{BEC2917D-8495-406D-AF60-FDF3293C01FE}" dt="2026-04-11T14:17:42.015" v="2459" actId="26606"/>
        <pc:sldMkLst>
          <pc:docMk/>
          <pc:sldMk cId="702886017" sldId="279"/>
        </pc:sldMkLst>
        <pc:spChg chg="mod">
          <ac:chgData name="K00282339: Zach Ahearn" userId="d59380b1-cd2a-4316-8aa2-4b8a914a93d3" providerId="ADAL" clId="{BEC2917D-8495-406D-AF60-FDF3293C01FE}" dt="2026-04-11T14:17:42.015" v="2459" actId="26606"/>
          <ac:spMkLst>
            <pc:docMk/>
            <pc:sldMk cId="702886017" sldId="279"/>
            <ac:spMk id="2" creationId="{3715AFB5-7636-B403-9B28-DC64C79E616E}"/>
          </ac:spMkLst>
        </pc:spChg>
        <pc:spChg chg="del mod">
          <ac:chgData name="K00282339: Zach Ahearn" userId="d59380b1-cd2a-4316-8aa2-4b8a914a93d3" providerId="ADAL" clId="{BEC2917D-8495-406D-AF60-FDF3293C01FE}" dt="2026-04-11T14:17:42.015" v="2459" actId="26606"/>
          <ac:spMkLst>
            <pc:docMk/>
            <pc:sldMk cId="702886017" sldId="279"/>
            <ac:spMk id="3" creationId="{945DE40F-2E86-F71F-DA31-A5293FA0A1DE}"/>
          </ac:spMkLst>
        </pc:spChg>
        <pc:spChg chg="add">
          <ac:chgData name="K00282339: Zach Ahearn" userId="d59380b1-cd2a-4316-8aa2-4b8a914a93d3" providerId="ADAL" clId="{BEC2917D-8495-406D-AF60-FDF3293C01FE}" dt="2026-04-11T14:17:42.015" v="2459" actId="26606"/>
          <ac:spMkLst>
            <pc:docMk/>
            <pc:sldMk cId="702886017" sldId="279"/>
            <ac:spMk id="9" creationId="{BACC6370-2D7E-4714-9D71-7542949D7D5D}"/>
          </ac:spMkLst>
        </pc:spChg>
        <pc:spChg chg="add">
          <ac:chgData name="K00282339: Zach Ahearn" userId="d59380b1-cd2a-4316-8aa2-4b8a914a93d3" providerId="ADAL" clId="{BEC2917D-8495-406D-AF60-FDF3293C01FE}" dt="2026-04-11T14:17:42.015" v="2459" actId="26606"/>
          <ac:spMkLst>
            <pc:docMk/>
            <pc:sldMk cId="702886017" sldId="279"/>
            <ac:spMk id="11" creationId="{256B2C21-A230-48C0-8DF1-C46611373C44}"/>
          </ac:spMkLst>
        </pc:spChg>
        <pc:spChg chg="add">
          <ac:chgData name="K00282339: Zach Ahearn" userId="d59380b1-cd2a-4316-8aa2-4b8a914a93d3" providerId="ADAL" clId="{BEC2917D-8495-406D-AF60-FDF3293C01FE}" dt="2026-04-11T14:17:42.015" v="2459" actId="26606"/>
          <ac:spMkLst>
            <pc:docMk/>
            <pc:sldMk cId="702886017" sldId="279"/>
            <ac:spMk id="13" creationId="{3847E18C-932D-4C95-AABA-FEC7C9499AD7}"/>
          </ac:spMkLst>
        </pc:spChg>
        <pc:spChg chg="add">
          <ac:chgData name="K00282339: Zach Ahearn" userId="d59380b1-cd2a-4316-8aa2-4b8a914a93d3" providerId="ADAL" clId="{BEC2917D-8495-406D-AF60-FDF3293C01FE}" dt="2026-04-11T14:17:42.015" v="2459" actId="26606"/>
          <ac:spMkLst>
            <pc:docMk/>
            <pc:sldMk cId="702886017" sldId="279"/>
            <ac:spMk id="15" creationId="{3150CB11-0C61-439E-910F-5787759E72A0}"/>
          </ac:spMkLst>
        </pc:spChg>
        <pc:spChg chg="add">
          <ac:chgData name="K00282339: Zach Ahearn" userId="d59380b1-cd2a-4316-8aa2-4b8a914a93d3" providerId="ADAL" clId="{BEC2917D-8495-406D-AF60-FDF3293C01FE}" dt="2026-04-11T14:17:42.015" v="2459" actId="26606"/>
          <ac:spMkLst>
            <pc:docMk/>
            <pc:sldMk cId="702886017" sldId="279"/>
            <ac:spMk id="17" creationId="{43F8A58B-5155-44CE-A5FF-7647B47D0A7A}"/>
          </ac:spMkLst>
        </pc:spChg>
        <pc:spChg chg="add">
          <ac:chgData name="K00282339: Zach Ahearn" userId="d59380b1-cd2a-4316-8aa2-4b8a914a93d3" providerId="ADAL" clId="{BEC2917D-8495-406D-AF60-FDF3293C01FE}" dt="2026-04-11T14:17:42.015" v="2459" actId="26606"/>
          <ac:spMkLst>
            <pc:docMk/>
            <pc:sldMk cId="702886017" sldId="279"/>
            <ac:spMk id="19" creationId="{443F2ACA-E6D6-4028-82DD-F03C262D5DE6}"/>
          </ac:spMkLst>
        </pc:spChg>
        <pc:graphicFrameChg chg="add">
          <ac:chgData name="K00282339: Zach Ahearn" userId="d59380b1-cd2a-4316-8aa2-4b8a914a93d3" providerId="ADAL" clId="{BEC2917D-8495-406D-AF60-FDF3293C01FE}" dt="2026-04-11T14:17:42.015" v="2459" actId="26606"/>
          <ac:graphicFrameMkLst>
            <pc:docMk/>
            <pc:sldMk cId="702886017" sldId="279"/>
            <ac:graphicFrameMk id="5" creationId="{2B3F6A0C-A14F-FA2D-BC47-B64FD1BDA843}"/>
          </ac:graphicFrameMkLst>
        </pc:graphicFrameChg>
      </pc:sldChg>
      <pc:sldChg chg="addSp delSp modSp add mod setBg">
        <pc:chgData name="K00282339: Zach Ahearn" userId="d59380b1-cd2a-4316-8aa2-4b8a914a93d3" providerId="ADAL" clId="{BEC2917D-8495-406D-AF60-FDF3293C01FE}" dt="2026-04-11T14:17:29.436" v="2458" actId="26606"/>
        <pc:sldMkLst>
          <pc:docMk/>
          <pc:sldMk cId="957876471" sldId="280"/>
        </pc:sldMkLst>
        <pc:spChg chg="mod">
          <ac:chgData name="K00282339: Zach Ahearn" userId="d59380b1-cd2a-4316-8aa2-4b8a914a93d3" providerId="ADAL" clId="{BEC2917D-8495-406D-AF60-FDF3293C01FE}" dt="2026-04-11T14:17:29.436" v="2458" actId="26606"/>
          <ac:spMkLst>
            <pc:docMk/>
            <pc:sldMk cId="957876471" sldId="280"/>
            <ac:spMk id="2" creationId="{5D96E256-73A8-6323-FBEB-B8CF554352CC}"/>
          </ac:spMkLst>
        </pc:spChg>
        <pc:spChg chg="del mod">
          <ac:chgData name="K00282339: Zach Ahearn" userId="d59380b1-cd2a-4316-8aa2-4b8a914a93d3" providerId="ADAL" clId="{BEC2917D-8495-406D-AF60-FDF3293C01FE}" dt="2026-04-11T14:17:29.436" v="2458" actId="26606"/>
          <ac:spMkLst>
            <pc:docMk/>
            <pc:sldMk cId="957876471" sldId="280"/>
            <ac:spMk id="3" creationId="{8E74BBCB-40DE-D3ED-F556-955E17AB339B}"/>
          </ac:spMkLst>
        </pc:spChg>
        <pc:spChg chg="add">
          <ac:chgData name="K00282339: Zach Ahearn" userId="d59380b1-cd2a-4316-8aa2-4b8a914a93d3" providerId="ADAL" clId="{BEC2917D-8495-406D-AF60-FDF3293C01FE}" dt="2026-04-11T14:17:29.436" v="2458" actId="26606"/>
          <ac:spMkLst>
            <pc:docMk/>
            <pc:sldMk cId="957876471" sldId="280"/>
            <ac:spMk id="9" creationId="{BACC6370-2D7E-4714-9D71-7542949D7D5D}"/>
          </ac:spMkLst>
        </pc:spChg>
        <pc:spChg chg="add">
          <ac:chgData name="K00282339: Zach Ahearn" userId="d59380b1-cd2a-4316-8aa2-4b8a914a93d3" providerId="ADAL" clId="{BEC2917D-8495-406D-AF60-FDF3293C01FE}" dt="2026-04-11T14:17:29.436" v="2458" actId="26606"/>
          <ac:spMkLst>
            <pc:docMk/>
            <pc:sldMk cId="957876471" sldId="280"/>
            <ac:spMk id="11" creationId="{256B2C21-A230-48C0-8DF1-C46611373C44}"/>
          </ac:spMkLst>
        </pc:spChg>
        <pc:spChg chg="add">
          <ac:chgData name="K00282339: Zach Ahearn" userId="d59380b1-cd2a-4316-8aa2-4b8a914a93d3" providerId="ADAL" clId="{BEC2917D-8495-406D-AF60-FDF3293C01FE}" dt="2026-04-11T14:17:29.436" v="2458" actId="26606"/>
          <ac:spMkLst>
            <pc:docMk/>
            <pc:sldMk cId="957876471" sldId="280"/>
            <ac:spMk id="13" creationId="{3847E18C-932D-4C95-AABA-FEC7C9499AD7}"/>
          </ac:spMkLst>
        </pc:spChg>
        <pc:spChg chg="add">
          <ac:chgData name="K00282339: Zach Ahearn" userId="d59380b1-cd2a-4316-8aa2-4b8a914a93d3" providerId="ADAL" clId="{BEC2917D-8495-406D-AF60-FDF3293C01FE}" dt="2026-04-11T14:17:29.436" v="2458" actId="26606"/>
          <ac:spMkLst>
            <pc:docMk/>
            <pc:sldMk cId="957876471" sldId="280"/>
            <ac:spMk id="15" creationId="{3150CB11-0C61-439E-910F-5787759E72A0}"/>
          </ac:spMkLst>
        </pc:spChg>
        <pc:spChg chg="add">
          <ac:chgData name="K00282339: Zach Ahearn" userId="d59380b1-cd2a-4316-8aa2-4b8a914a93d3" providerId="ADAL" clId="{BEC2917D-8495-406D-AF60-FDF3293C01FE}" dt="2026-04-11T14:17:29.436" v="2458" actId="26606"/>
          <ac:spMkLst>
            <pc:docMk/>
            <pc:sldMk cId="957876471" sldId="280"/>
            <ac:spMk id="17" creationId="{43F8A58B-5155-44CE-A5FF-7647B47D0A7A}"/>
          </ac:spMkLst>
        </pc:spChg>
        <pc:spChg chg="add">
          <ac:chgData name="K00282339: Zach Ahearn" userId="d59380b1-cd2a-4316-8aa2-4b8a914a93d3" providerId="ADAL" clId="{BEC2917D-8495-406D-AF60-FDF3293C01FE}" dt="2026-04-11T14:17:29.436" v="2458" actId="26606"/>
          <ac:spMkLst>
            <pc:docMk/>
            <pc:sldMk cId="957876471" sldId="280"/>
            <ac:spMk id="19" creationId="{443F2ACA-E6D6-4028-82DD-F03C262D5DE6}"/>
          </ac:spMkLst>
        </pc:spChg>
        <pc:graphicFrameChg chg="add">
          <ac:chgData name="K00282339: Zach Ahearn" userId="d59380b1-cd2a-4316-8aa2-4b8a914a93d3" providerId="ADAL" clId="{BEC2917D-8495-406D-AF60-FDF3293C01FE}" dt="2026-04-11T14:17:29.436" v="2458" actId="26606"/>
          <ac:graphicFrameMkLst>
            <pc:docMk/>
            <pc:sldMk cId="957876471" sldId="280"/>
            <ac:graphicFrameMk id="5" creationId="{C4A61C03-39BE-4D46-5D78-551D999C3E41}"/>
          </ac:graphicFrameMkLst>
        </pc:graphicFrameChg>
      </pc:sldChg>
      <pc:sldChg chg="addSp delSp modSp add mod setBg">
        <pc:chgData name="K00282339: Zach Ahearn" userId="d59380b1-cd2a-4316-8aa2-4b8a914a93d3" providerId="ADAL" clId="{BEC2917D-8495-406D-AF60-FDF3293C01FE}" dt="2026-04-11T14:17:23.139" v="2457" actId="26606"/>
        <pc:sldMkLst>
          <pc:docMk/>
          <pc:sldMk cId="2225459010" sldId="281"/>
        </pc:sldMkLst>
        <pc:spChg chg="mod">
          <ac:chgData name="K00282339: Zach Ahearn" userId="d59380b1-cd2a-4316-8aa2-4b8a914a93d3" providerId="ADAL" clId="{BEC2917D-8495-406D-AF60-FDF3293C01FE}" dt="2026-04-11T14:17:23.139" v="2457" actId="26606"/>
          <ac:spMkLst>
            <pc:docMk/>
            <pc:sldMk cId="2225459010" sldId="281"/>
            <ac:spMk id="2" creationId="{1BF63E05-6ED3-E638-066A-917BD72073B1}"/>
          </ac:spMkLst>
        </pc:spChg>
        <pc:spChg chg="del mod">
          <ac:chgData name="K00282339: Zach Ahearn" userId="d59380b1-cd2a-4316-8aa2-4b8a914a93d3" providerId="ADAL" clId="{BEC2917D-8495-406D-AF60-FDF3293C01FE}" dt="2026-04-11T14:17:23.139" v="2457" actId="26606"/>
          <ac:spMkLst>
            <pc:docMk/>
            <pc:sldMk cId="2225459010" sldId="281"/>
            <ac:spMk id="3" creationId="{96B1110E-2048-51A3-6184-833B2C3CB170}"/>
          </ac:spMkLst>
        </pc:spChg>
        <pc:spChg chg="add">
          <ac:chgData name="K00282339: Zach Ahearn" userId="d59380b1-cd2a-4316-8aa2-4b8a914a93d3" providerId="ADAL" clId="{BEC2917D-8495-406D-AF60-FDF3293C01FE}" dt="2026-04-11T14:17:23.139" v="2457" actId="26606"/>
          <ac:spMkLst>
            <pc:docMk/>
            <pc:sldMk cId="2225459010" sldId="281"/>
            <ac:spMk id="9" creationId="{BACC6370-2D7E-4714-9D71-7542949D7D5D}"/>
          </ac:spMkLst>
        </pc:spChg>
        <pc:spChg chg="add">
          <ac:chgData name="K00282339: Zach Ahearn" userId="d59380b1-cd2a-4316-8aa2-4b8a914a93d3" providerId="ADAL" clId="{BEC2917D-8495-406D-AF60-FDF3293C01FE}" dt="2026-04-11T14:17:23.139" v="2457" actId="26606"/>
          <ac:spMkLst>
            <pc:docMk/>
            <pc:sldMk cId="2225459010" sldId="281"/>
            <ac:spMk id="11" creationId="{256B2C21-A230-48C0-8DF1-C46611373C44}"/>
          </ac:spMkLst>
        </pc:spChg>
        <pc:spChg chg="add">
          <ac:chgData name="K00282339: Zach Ahearn" userId="d59380b1-cd2a-4316-8aa2-4b8a914a93d3" providerId="ADAL" clId="{BEC2917D-8495-406D-AF60-FDF3293C01FE}" dt="2026-04-11T14:17:23.139" v="2457" actId="26606"/>
          <ac:spMkLst>
            <pc:docMk/>
            <pc:sldMk cId="2225459010" sldId="281"/>
            <ac:spMk id="13" creationId="{3847E18C-932D-4C95-AABA-FEC7C9499AD7}"/>
          </ac:spMkLst>
        </pc:spChg>
        <pc:spChg chg="add">
          <ac:chgData name="K00282339: Zach Ahearn" userId="d59380b1-cd2a-4316-8aa2-4b8a914a93d3" providerId="ADAL" clId="{BEC2917D-8495-406D-AF60-FDF3293C01FE}" dt="2026-04-11T14:17:23.139" v="2457" actId="26606"/>
          <ac:spMkLst>
            <pc:docMk/>
            <pc:sldMk cId="2225459010" sldId="281"/>
            <ac:spMk id="15" creationId="{3150CB11-0C61-439E-910F-5787759E72A0}"/>
          </ac:spMkLst>
        </pc:spChg>
        <pc:spChg chg="add">
          <ac:chgData name="K00282339: Zach Ahearn" userId="d59380b1-cd2a-4316-8aa2-4b8a914a93d3" providerId="ADAL" clId="{BEC2917D-8495-406D-AF60-FDF3293C01FE}" dt="2026-04-11T14:17:23.139" v="2457" actId="26606"/>
          <ac:spMkLst>
            <pc:docMk/>
            <pc:sldMk cId="2225459010" sldId="281"/>
            <ac:spMk id="17" creationId="{43F8A58B-5155-44CE-A5FF-7647B47D0A7A}"/>
          </ac:spMkLst>
        </pc:spChg>
        <pc:spChg chg="add">
          <ac:chgData name="K00282339: Zach Ahearn" userId="d59380b1-cd2a-4316-8aa2-4b8a914a93d3" providerId="ADAL" clId="{BEC2917D-8495-406D-AF60-FDF3293C01FE}" dt="2026-04-11T14:17:23.139" v="2457" actId="26606"/>
          <ac:spMkLst>
            <pc:docMk/>
            <pc:sldMk cId="2225459010" sldId="281"/>
            <ac:spMk id="19" creationId="{443F2ACA-E6D6-4028-82DD-F03C262D5DE6}"/>
          </ac:spMkLst>
        </pc:spChg>
        <pc:graphicFrameChg chg="add">
          <ac:chgData name="K00282339: Zach Ahearn" userId="d59380b1-cd2a-4316-8aa2-4b8a914a93d3" providerId="ADAL" clId="{BEC2917D-8495-406D-AF60-FDF3293C01FE}" dt="2026-04-11T14:17:23.139" v="2457" actId="26606"/>
          <ac:graphicFrameMkLst>
            <pc:docMk/>
            <pc:sldMk cId="2225459010" sldId="281"/>
            <ac:graphicFrameMk id="5" creationId="{F4793E87-B15E-8115-183A-BB3EA2F6DB0F}"/>
          </ac:graphicFrameMkLst>
        </pc:graphicFrameChg>
      </pc:sldChg>
      <pc:sldChg chg="addSp delSp modSp add mod">
        <pc:chgData name="K00282339: Zach Ahearn" userId="d59380b1-cd2a-4316-8aa2-4b8a914a93d3" providerId="ADAL" clId="{BEC2917D-8495-406D-AF60-FDF3293C01FE}" dt="2026-04-12T14:06:53.361" v="2488" actId="20577"/>
        <pc:sldMkLst>
          <pc:docMk/>
          <pc:sldMk cId="1808986265" sldId="282"/>
        </pc:sldMkLst>
        <pc:spChg chg="mod">
          <ac:chgData name="K00282339: Zach Ahearn" userId="d59380b1-cd2a-4316-8aa2-4b8a914a93d3" providerId="ADAL" clId="{BEC2917D-8495-406D-AF60-FDF3293C01FE}" dt="2026-04-12T14:06:53.361" v="2488" actId="20577"/>
          <ac:spMkLst>
            <pc:docMk/>
            <pc:sldMk cId="1808986265" sldId="282"/>
            <ac:spMk id="2" creationId="{920116A1-EB21-C268-90C2-0EEC15F93F8B}"/>
          </ac:spMkLst>
        </pc:spChg>
        <pc:picChg chg="add mod">
          <ac:chgData name="K00282339: Zach Ahearn" userId="d59380b1-cd2a-4316-8aa2-4b8a914a93d3" providerId="ADAL" clId="{BEC2917D-8495-406D-AF60-FDF3293C01FE}" dt="2026-04-12T14:06:47.480" v="2471" actId="14100"/>
          <ac:picMkLst>
            <pc:docMk/>
            <pc:sldMk cId="1808986265" sldId="282"/>
            <ac:picMk id="4" creationId="{2B40A200-D715-F746-21C8-30A494270A24}"/>
          </ac:picMkLst>
        </pc:picChg>
        <pc:picChg chg="del">
          <ac:chgData name="K00282339: Zach Ahearn" userId="d59380b1-cd2a-4316-8aa2-4b8a914a93d3" providerId="ADAL" clId="{BEC2917D-8495-406D-AF60-FDF3293C01FE}" dt="2026-04-12T14:06:39.177" v="2468" actId="478"/>
          <ac:picMkLst>
            <pc:docMk/>
            <pc:sldMk cId="1808986265" sldId="282"/>
            <ac:picMk id="6" creationId="{791A11EA-20D2-E7F4-5D02-70BA6F5AAD6C}"/>
          </ac:picMkLst>
        </pc:picChg>
      </pc:sldChg>
    </pc:docChg>
  </pc:docChgLst>
</pc:chgInfo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/Relationships>
</file>

<file path=ppt/diagrams/_rels/data13.xml.rels><?xml version="1.0" encoding="UTF-8" standalone="yes"?>
<Relationships xmlns="http://schemas.openxmlformats.org/package/2006/relationships"><Relationship Id="rId3" Type="http://schemas.openxmlformats.org/officeDocument/2006/relationships/hyperlink" Target="https://stakeholderforum.org/sdg-14-conserve-and-sustainably-use-the-oceans-seas-and-marine-resources-for-sustainable-development/" TargetMode="External"/><Relationship Id="rId2" Type="http://schemas.openxmlformats.org/officeDocument/2006/relationships/hyperlink" Target="https://www.un.org/sustainabledevelopment/oceans/" TargetMode="External"/><Relationship Id="rId1" Type="http://schemas.openxmlformats.org/officeDocument/2006/relationships/hyperlink" Target="https://sdgs.un.org/goals/goal14" TargetMode="External"/><Relationship Id="rId4" Type="http://schemas.openxmlformats.org/officeDocument/2006/relationships/hyperlink" Target="https://www.sas.org.uk/plastic-pollution/plastic-pollution-facts-figures/" TargetMode="External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/Relationships>
</file>

<file path=ppt/diagrams/_rels/drawing13.xml.rels><?xml version="1.0" encoding="UTF-8" standalone="yes"?>
<Relationships xmlns="http://schemas.openxmlformats.org/package/2006/relationships"><Relationship Id="rId3" Type="http://schemas.openxmlformats.org/officeDocument/2006/relationships/hyperlink" Target="https://stakeholderforum.org/sdg-14-conserve-and-sustainably-use-the-oceans-seas-and-marine-resources-for-sustainable-development/" TargetMode="External"/><Relationship Id="rId2" Type="http://schemas.openxmlformats.org/officeDocument/2006/relationships/hyperlink" Target="https://www.un.org/sustainabledevelopment/oceans/" TargetMode="External"/><Relationship Id="rId1" Type="http://schemas.openxmlformats.org/officeDocument/2006/relationships/hyperlink" Target="https://sdgs.un.org/goals/goal14" TargetMode="External"/><Relationship Id="rId4" Type="http://schemas.openxmlformats.org/officeDocument/2006/relationships/hyperlink" Target="https://www.sas.org.uk/plastic-pollution/plastic-pollution-facts-figures/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352A7D5-DF58-4DCD-94EC-8C5CAFCD987C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DA7552D-942F-4EB9-B937-12E07CB89C5A}">
      <dgm:prSet/>
      <dgm:spPr/>
      <dgm:t>
        <a:bodyPr/>
        <a:lstStyle/>
        <a:p>
          <a:r>
            <a:rPr lang="en-IE"/>
            <a:t>One of 17 Sustainable Development Goals</a:t>
          </a:r>
          <a:endParaRPr lang="en-US"/>
        </a:p>
      </dgm:t>
    </dgm:pt>
    <dgm:pt modelId="{966C8299-FC73-4F44-8E8E-AF0F1614BA53}" type="parTrans" cxnId="{246289B6-31F4-4B5F-8448-8B43FF9DEE0B}">
      <dgm:prSet/>
      <dgm:spPr/>
      <dgm:t>
        <a:bodyPr/>
        <a:lstStyle/>
        <a:p>
          <a:endParaRPr lang="en-US"/>
        </a:p>
      </dgm:t>
    </dgm:pt>
    <dgm:pt modelId="{5F7450FB-0380-4E77-B2E4-89A7C95A1931}" type="sibTrans" cxnId="{246289B6-31F4-4B5F-8448-8B43FF9DEE0B}">
      <dgm:prSet/>
      <dgm:spPr/>
      <dgm:t>
        <a:bodyPr/>
        <a:lstStyle/>
        <a:p>
          <a:endParaRPr lang="en-US"/>
        </a:p>
      </dgm:t>
    </dgm:pt>
    <dgm:pt modelId="{3BA253CD-9D0C-4BEB-81CE-10461DA00F6B}">
      <dgm:prSet/>
      <dgm:spPr/>
      <dgm:t>
        <a:bodyPr/>
        <a:lstStyle/>
        <a:p>
          <a:r>
            <a:rPr lang="en-IE"/>
            <a:t>Created 2015 </a:t>
          </a:r>
          <a:endParaRPr lang="en-US"/>
        </a:p>
      </dgm:t>
    </dgm:pt>
    <dgm:pt modelId="{C3945684-84D3-492D-85AC-986C341D7D17}" type="parTrans" cxnId="{93791231-8F75-4276-BB33-667192767580}">
      <dgm:prSet/>
      <dgm:spPr/>
      <dgm:t>
        <a:bodyPr/>
        <a:lstStyle/>
        <a:p>
          <a:endParaRPr lang="en-US"/>
        </a:p>
      </dgm:t>
    </dgm:pt>
    <dgm:pt modelId="{8A755A8F-06DF-4222-B5A6-6F9BC3D6979C}" type="sibTrans" cxnId="{93791231-8F75-4276-BB33-667192767580}">
      <dgm:prSet/>
      <dgm:spPr/>
      <dgm:t>
        <a:bodyPr/>
        <a:lstStyle/>
        <a:p>
          <a:endParaRPr lang="en-US"/>
        </a:p>
      </dgm:t>
    </dgm:pt>
    <dgm:pt modelId="{EF3520AF-C39C-44CE-825D-658D747A8875}">
      <dgm:prSet/>
      <dgm:spPr/>
      <dgm:t>
        <a:bodyPr/>
        <a:lstStyle/>
        <a:p>
          <a:r>
            <a:rPr lang="en-GB"/>
            <a:t>193 member states of the United Nations</a:t>
          </a:r>
          <a:endParaRPr lang="en-US"/>
        </a:p>
      </dgm:t>
    </dgm:pt>
    <dgm:pt modelId="{FBFC965B-1D27-4515-B9B3-C5297DE91441}" type="parTrans" cxnId="{28E1CBA8-56A3-463F-9E3F-D40FB1E1BE17}">
      <dgm:prSet/>
      <dgm:spPr/>
      <dgm:t>
        <a:bodyPr/>
        <a:lstStyle/>
        <a:p>
          <a:endParaRPr lang="en-US"/>
        </a:p>
      </dgm:t>
    </dgm:pt>
    <dgm:pt modelId="{D6291A5F-D1FC-4D29-B968-EBED22F34959}" type="sibTrans" cxnId="{28E1CBA8-56A3-463F-9E3F-D40FB1E1BE17}">
      <dgm:prSet/>
      <dgm:spPr/>
      <dgm:t>
        <a:bodyPr/>
        <a:lstStyle/>
        <a:p>
          <a:endParaRPr lang="en-US"/>
        </a:p>
      </dgm:t>
    </dgm:pt>
    <dgm:pt modelId="{859CA891-16FD-437C-90D1-8981A6F25B28}">
      <dgm:prSet/>
      <dgm:spPr/>
      <dgm:t>
        <a:bodyPr/>
        <a:lstStyle/>
        <a:p>
          <a:r>
            <a:rPr lang="en-IE"/>
            <a:t>Plan for 2030</a:t>
          </a:r>
          <a:endParaRPr lang="en-US"/>
        </a:p>
      </dgm:t>
    </dgm:pt>
    <dgm:pt modelId="{2A301969-ED0D-4A65-A007-0925FF62B137}" type="parTrans" cxnId="{044AB310-AE45-4485-88DE-A1D6006F51D2}">
      <dgm:prSet/>
      <dgm:spPr/>
      <dgm:t>
        <a:bodyPr/>
        <a:lstStyle/>
        <a:p>
          <a:endParaRPr lang="en-US"/>
        </a:p>
      </dgm:t>
    </dgm:pt>
    <dgm:pt modelId="{A010F0E9-1097-4C6A-9CBF-8918A1DB04BF}" type="sibTrans" cxnId="{044AB310-AE45-4485-88DE-A1D6006F51D2}">
      <dgm:prSet/>
      <dgm:spPr/>
      <dgm:t>
        <a:bodyPr/>
        <a:lstStyle/>
        <a:p>
          <a:endParaRPr lang="en-US"/>
        </a:p>
      </dgm:t>
    </dgm:pt>
    <dgm:pt modelId="{74E43A5B-8E42-4E8B-87EE-C6D5131A1ED6}">
      <dgm:prSet/>
      <dgm:spPr/>
      <dgm:t>
        <a:bodyPr/>
        <a:lstStyle/>
        <a:p>
          <a:r>
            <a:rPr lang="en-IE"/>
            <a:t>Focus: Oceans, Seas, and Marine Life</a:t>
          </a:r>
          <a:endParaRPr lang="en-US"/>
        </a:p>
      </dgm:t>
    </dgm:pt>
    <dgm:pt modelId="{13245AF8-F176-45A7-8F57-A1BD05170BD9}" type="parTrans" cxnId="{7A65D96D-5CD0-4DC7-A297-113397D9EBCF}">
      <dgm:prSet/>
      <dgm:spPr/>
      <dgm:t>
        <a:bodyPr/>
        <a:lstStyle/>
        <a:p>
          <a:endParaRPr lang="en-US"/>
        </a:p>
      </dgm:t>
    </dgm:pt>
    <dgm:pt modelId="{1F773403-44F2-4EDA-B252-0CD7104D388B}" type="sibTrans" cxnId="{7A65D96D-5CD0-4DC7-A297-113397D9EBCF}">
      <dgm:prSet/>
      <dgm:spPr/>
      <dgm:t>
        <a:bodyPr/>
        <a:lstStyle/>
        <a:p>
          <a:endParaRPr lang="en-US"/>
        </a:p>
      </dgm:t>
    </dgm:pt>
    <dgm:pt modelId="{740CF57F-2C8B-4123-A473-E9C4F9E5D6EE}">
      <dgm:prSet/>
      <dgm:spPr/>
      <dgm:t>
        <a:bodyPr/>
        <a:lstStyle/>
        <a:p>
          <a:r>
            <a:rPr lang="en-IE"/>
            <a:t>Aim: Protect &amp; use oceans sustainably</a:t>
          </a:r>
          <a:endParaRPr lang="en-US"/>
        </a:p>
      </dgm:t>
    </dgm:pt>
    <dgm:pt modelId="{E09FD7C6-0131-499C-9EBC-8D98B016442F}" type="parTrans" cxnId="{AB276667-9C97-4EAA-8B12-3191A235A5D1}">
      <dgm:prSet/>
      <dgm:spPr/>
      <dgm:t>
        <a:bodyPr/>
        <a:lstStyle/>
        <a:p>
          <a:endParaRPr lang="en-US"/>
        </a:p>
      </dgm:t>
    </dgm:pt>
    <dgm:pt modelId="{04343FD6-D7B3-42F5-BFCE-3CA035FC2395}" type="sibTrans" cxnId="{AB276667-9C97-4EAA-8B12-3191A235A5D1}">
      <dgm:prSet/>
      <dgm:spPr/>
      <dgm:t>
        <a:bodyPr/>
        <a:lstStyle/>
        <a:p>
          <a:endParaRPr lang="en-US"/>
        </a:p>
      </dgm:t>
    </dgm:pt>
    <dgm:pt modelId="{F66F4ED4-7A08-41D2-8C94-575D5A6ADCF3}" type="pres">
      <dgm:prSet presAssocID="{F352A7D5-DF58-4DCD-94EC-8C5CAFCD987C}" presName="linear" presStyleCnt="0">
        <dgm:presLayoutVars>
          <dgm:animLvl val="lvl"/>
          <dgm:resizeHandles val="exact"/>
        </dgm:presLayoutVars>
      </dgm:prSet>
      <dgm:spPr/>
    </dgm:pt>
    <dgm:pt modelId="{9B7968AD-E3A2-444D-9390-5B3F95C17CA5}" type="pres">
      <dgm:prSet presAssocID="{8DA7552D-942F-4EB9-B937-12E07CB89C5A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C3DB23B2-7C93-44C6-89FF-4EE4E010D24A}" type="pres">
      <dgm:prSet presAssocID="{5F7450FB-0380-4E77-B2E4-89A7C95A1931}" presName="spacer" presStyleCnt="0"/>
      <dgm:spPr/>
    </dgm:pt>
    <dgm:pt modelId="{A3CC69C9-44DE-4026-B653-EF8EEADFB38E}" type="pres">
      <dgm:prSet presAssocID="{3BA253CD-9D0C-4BEB-81CE-10461DA00F6B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CF12C193-CE42-4CBA-9A24-2788CE0A7BAD}" type="pres">
      <dgm:prSet presAssocID="{8A755A8F-06DF-4222-B5A6-6F9BC3D6979C}" presName="spacer" presStyleCnt="0"/>
      <dgm:spPr/>
    </dgm:pt>
    <dgm:pt modelId="{933516B1-4048-4527-B5B7-0D2BF71D7A16}" type="pres">
      <dgm:prSet presAssocID="{EF3520AF-C39C-44CE-825D-658D747A8875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5DBE94EF-740C-42D3-A500-3C4FDB82B6A4}" type="pres">
      <dgm:prSet presAssocID="{D6291A5F-D1FC-4D29-B968-EBED22F34959}" presName="spacer" presStyleCnt="0"/>
      <dgm:spPr/>
    </dgm:pt>
    <dgm:pt modelId="{A096DBB9-3163-4379-A6E5-95CECB39EB43}" type="pres">
      <dgm:prSet presAssocID="{859CA891-16FD-437C-90D1-8981A6F25B28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75048471-9EEE-4C49-93E2-C1C47E1B0762}" type="pres">
      <dgm:prSet presAssocID="{A010F0E9-1097-4C6A-9CBF-8918A1DB04BF}" presName="spacer" presStyleCnt="0"/>
      <dgm:spPr/>
    </dgm:pt>
    <dgm:pt modelId="{E4BA127D-5049-4513-92B8-87762CD5AE29}" type="pres">
      <dgm:prSet presAssocID="{74E43A5B-8E42-4E8B-87EE-C6D5131A1ED6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B286AD3B-4CB4-4221-95E2-1C68006AA10D}" type="pres">
      <dgm:prSet presAssocID="{1F773403-44F2-4EDA-B252-0CD7104D388B}" presName="spacer" presStyleCnt="0"/>
      <dgm:spPr/>
    </dgm:pt>
    <dgm:pt modelId="{98D57E4F-C4A2-4710-AF8A-DA2B4A74F870}" type="pres">
      <dgm:prSet presAssocID="{740CF57F-2C8B-4123-A473-E9C4F9E5D6EE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044AB310-AE45-4485-88DE-A1D6006F51D2}" srcId="{F352A7D5-DF58-4DCD-94EC-8C5CAFCD987C}" destId="{859CA891-16FD-437C-90D1-8981A6F25B28}" srcOrd="3" destOrd="0" parTransId="{2A301969-ED0D-4A65-A007-0925FF62B137}" sibTransId="{A010F0E9-1097-4C6A-9CBF-8918A1DB04BF}"/>
    <dgm:cxn modelId="{FF01A729-D010-4BE7-AB19-522F1B94DF36}" type="presOf" srcId="{F352A7D5-DF58-4DCD-94EC-8C5CAFCD987C}" destId="{F66F4ED4-7A08-41D2-8C94-575D5A6ADCF3}" srcOrd="0" destOrd="0" presId="urn:microsoft.com/office/officeart/2005/8/layout/vList2"/>
    <dgm:cxn modelId="{1511962B-C35D-4415-96A8-EA95C7787C57}" type="presOf" srcId="{3BA253CD-9D0C-4BEB-81CE-10461DA00F6B}" destId="{A3CC69C9-44DE-4026-B653-EF8EEADFB38E}" srcOrd="0" destOrd="0" presId="urn:microsoft.com/office/officeart/2005/8/layout/vList2"/>
    <dgm:cxn modelId="{93791231-8F75-4276-BB33-667192767580}" srcId="{F352A7D5-DF58-4DCD-94EC-8C5CAFCD987C}" destId="{3BA253CD-9D0C-4BEB-81CE-10461DA00F6B}" srcOrd="1" destOrd="0" parTransId="{C3945684-84D3-492D-85AC-986C341D7D17}" sibTransId="{8A755A8F-06DF-4222-B5A6-6F9BC3D6979C}"/>
    <dgm:cxn modelId="{FA2D5C38-F487-46E9-B8C1-B3DAD42400DA}" type="presOf" srcId="{74E43A5B-8E42-4E8B-87EE-C6D5131A1ED6}" destId="{E4BA127D-5049-4513-92B8-87762CD5AE29}" srcOrd="0" destOrd="0" presId="urn:microsoft.com/office/officeart/2005/8/layout/vList2"/>
    <dgm:cxn modelId="{AB276667-9C97-4EAA-8B12-3191A235A5D1}" srcId="{F352A7D5-DF58-4DCD-94EC-8C5CAFCD987C}" destId="{740CF57F-2C8B-4123-A473-E9C4F9E5D6EE}" srcOrd="5" destOrd="0" parTransId="{E09FD7C6-0131-499C-9EBC-8D98B016442F}" sibTransId="{04343FD6-D7B3-42F5-BFCE-3CA035FC2395}"/>
    <dgm:cxn modelId="{A6CC3E68-4180-4526-83E2-E7EE2B9D7474}" type="presOf" srcId="{740CF57F-2C8B-4123-A473-E9C4F9E5D6EE}" destId="{98D57E4F-C4A2-4710-AF8A-DA2B4A74F870}" srcOrd="0" destOrd="0" presId="urn:microsoft.com/office/officeart/2005/8/layout/vList2"/>
    <dgm:cxn modelId="{7A65D96D-5CD0-4DC7-A297-113397D9EBCF}" srcId="{F352A7D5-DF58-4DCD-94EC-8C5CAFCD987C}" destId="{74E43A5B-8E42-4E8B-87EE-C6D5131A1ED6}" srcOrd="4" destOrd="0" parTransId="{13245AF8-F176-45A7-8F57-A1BD05170BD9}" sibTransId="{1F773403-44F2-4EDA-B252-0CD7104D388B}"/>
    <dgm:cxn modelId="{28E1CBA8-56A3-463F-9E3F-D40FB1E1BE17}" srcId="{F352A7D5-DF58-4DCD-94EC-8C5CAFCD987C}" destId="{EF3520AF-C39C-44CE-825D-658D747A8875}" srcOrd="2" destOrd="0" parTransId="{FBFC965B-1D27-4515-B9B3-C5297DE91441}" sibTransId="{D6291A5F-D1FC-4D29-B968-EBED22F34959}"/>
    <dgm:cxn modelId="{246289B6-31F4-4B5F-8448-8B43FF9DEE0B}" srcId="{F352A7D5-DF58-4DCD-94EC-8C5CAFCD987C}" destId="{8DA7552D-942F-4EB9-B937-12E07CB89C5A}" srcOrd="0" destOrd="0" parTransId="{966C8299-FC73-4F44-8E8E-AF0F1614BA53}" sibTransId="{5F7450FB-0380-4E77-B2E4-89A7C95A1931}"/>
    <dgm:cxn modelId="{494725C0-60CE-44FA-BC18-F7E398CDE3EF}" type="presOf" srcId="{EF3520AF-C39C-44CE-825D-658D747A8875}" destId="{933516B1-4048-4527-B5B7-0D2BF71D7A16}" srcOrd="0" destOrd="0" presId="urn:microsoft.com/office/officeart/2005/8/layout/vList2"/>
    <dgm:cxn modelId="{C492CCEB-5850-4AE7-9E08-50D35A8C83F9}" type="presOf" srcId="{859CA891-16FD-437C-90D1-8981A6F25B28}" destId="{A096DBB9-3163-4379-A6E5-95CECB39EB43}" srcOrd="0" destOrd="0" presId="urn:microsoft.com/office/officeart/2005/8/layout/vList2"/>
    <dgm:cxn modelId="{4C9A1AF1-39D3-4BF0-9D77-A573BFF3F041}" type="presOf" srcId="{8DA7552D-942F-4EB9-B937-12E07CB89C5A}" destId="{9B7968AD-E3A2-444D-9390-5B3F95C17CA5}" srcOrd="0" destOrd="0" presId="urn:microsoft.com/office/officeart/2005/8/layout/vList2"/>
    <dgm:cxn modelId="{6E6B9FF7-D613-46B6-BC63-25149C10F443}" type="presParOf" srcId="{F66F4ED4-7A08-41D2-8C94-575D5A6ADCF3}" destId="{9B7968AD-E3A2-444D-9390-5B3F95C17CA5}" srcOrd="0" destOrd="0" presId="urn:microsoft.com/office/officeart/2005/8/layout/vList2"/>
    <dgm:cxn modelId="{C18B731A-4F68-4803-A8C0-33C978048DAD}" type="presParOf" srcId="{F66F4ED4-7A08-41D2-8C94-575D5A6ADCF3}" destId="{C3DB23B2-7C93-44C6-89FF-4EE4E010D24A}" srcOrd="1" destOrd="0" presId="urn:microsoft.com/office/officeart/2005/8/layout/vList2"/>
    <dgm:cxn modelId="{A5B8379F-07B9-4302-954E-0AB98266D058}" type="presParOf" srcId="{F66F4ED4-7A08-41D2-8C94-575D5A6ADCF3}" destId="{A3CC69C9-44DE-4026-B653-EF8EEADFB38E}" srcOrd="2" destOrd="0" presId="urn:microsoft.com/office/officeart/2005/8/layout/vList2"/>
    <dgm:cxn modelId="{B2420362-BBCD-416A-BD95-33C79E5180A9}" type="presParOf" srcId="{F66F4ED4-7A08-41D2-8C94-575D5A6ADCF3}" destId="{CF12C193-CE42-4CBA-9A24-2788CE0A7BAD}" srcOrd="3" destOrd="0" presId="urn:microsoft.com/office/officeart/2005/8/layout/vList2"/>
    <dgm:cxn modelId="{8E905262-224B-4856-BCE7-25F14280AF1B}" type="presParOf" srcId="{F66F4ED4-7A08-41D2-8C94-575D5A6ADCF3}" destId="{933516B1-4048-4527-B5B7-0D2BF71D7A16}" srcOrd="4" destOrd="0" presId="urn:microsoft.com/office/officeart/2005/8/layout/vList2"/>
    <dgm:cxn modelId="{6E2C812F-B2E3-4EC6-9CC1-98C8E3D251E4}" type="presParOf" srcId="{F66F4ED4-7A08-41D2-8C94-575D5A6ADCF3}" destId="{5DBE94EF-740C-42D3-A500-3C4FDB82B6A4}" srcOrd="5" destOrd="0" presId="urn:microsoft.com/office/officeart/2005/8/layout/vList2"/>
    <dgm:cxn modelId="{31431AC5-0959-4E05-AF68-1530DE6099F3}" type="presParOf" srcId="{F66F4ED4-7A08-41D2-8C94-575D5A6ADCF3}" destId="{A096DBB9-3163-4379-A6E5-95CECB39EB43}" srcOrd="6" destOrd="0" presId="urn:microsoft.com/office/officeart/2005/8/layout/vList2"/>
    <dgm:cxn modelId="{88D796F0-2F6C-40B2-9237-9EC892227B3A}" type="presParOf" srcId="{F66F4ED4-7A08-41D2-8C94-575D5A6ADCF3}" destId="{75048471-9EEE-4C49-93E2-C1C47E1B0762}" srcOrd="7" destOrd="0" presId="urn:microsoft.com/office/officeart/2005/8/layout/vList2"/>
    <dgm:cxn modelId="{D384C1F6-8BC1-4934-AAE3-51044856A6B8}" type="presParOf" srcId="{F66F4ED4-7A08-41D2-8C94-575D5A6ADCF3}" destId="{E4BA127D-5049-4513-92B8-87762CD5AE29}" srcOrd="8" destOrd="0" presId="urn:microsoft.com/office/officeart/2005/8/layout/vList2"/>
    <dgm:cxn modelId="{641A6136-03D1-41EA-B76F-55AE9C055C38}" type="presParOf" srcId="{F66F4ED4-7A08-41D2-8C94-575D5A6ADCF3}" destId="{B286AD3B-4CB4-4221-95E2-1C68006AA10D}" srcOrd="9" destOrd="0" presId="urn:microsoft.com/office/officeart/2005/8/layout/vList2"/>
    <dgm:cxn modelId="{F9DFB6BD-26BF-4890-9110-6D654CC8F5A0}" type="presParOf" srcId="{F66F4ED4-7A08-41D2-8C94-575D5A6ADCF3}" destId="{98D57E4F-C4A2-4710-AF8A-DA2B4A74F870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248D5DE-6497-41CB-9F65-793249986FAD}" type="doc">
      <dgm:prSet loTypeId="urn:microsoft.com/office/officeart/2005/8/layout/list1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1120327-23C1-4F97-AC72-6087B680735E}">
      <dgm:prSet/>
      <dgm:spPr/>
      <dgm:t>
        <a:bodyPr/>
        <a:lstStyle/>
        <a:p>
          <a:r>
            <a:rPr lang="en-IE"/>
            <a:t>Cover 70% of Earth</a:t>
          </a:r>
          <a:endParaRPr lang="en-US"/>
        </a:p>
      </dgm:t>
    </dgm:pt>
    <dgm:pt modelId="{B7BE8ECE-2575-4E1B-8757-17CE98DEC21E}" type="parTrans" cxnId="{ED2E1374-1AD6-4856-97A6-A3E6D0AB0FFC}">
      <dgm:prSet/>
      <dgm:spPr/>
      <dgm:t>
        <a:bodyPr/>
        <a:lstStyle/>
        <a:p>
          <a:endParaRPr lang="en-US"/>
        </a:p>
      </dgm:t>
    </dgm:pt>
    <dgm:pt modelId="{51B08FA7-B2A6-438A-9F82-9F8F8DB5A8E8}" type="sibTrans" cxnId="{ED2E1374-1AD6-4856-97A6-A3E6D0AB0FFC}">
      <dgm:prSet/>
      <dgm:spPr/>
      <dgm:t>
        <a:bodyPr/>
        <a:lstStyle/>
        <a:p>
          <a:endParaRPr lang="en-US"/>
        </a:p>
      </dgm:t>
    </dgm:pt>
    <dgm:pt modelId="{CD6C7D16-595E-4BBB-A6E1-B977AD867EB9}">
      <dgm:prSet/>
      <dgm:spPr/>
      <dgm:t>
        <a:bodyPr/>
        <a:lstStyle/>
        <a:p>
          <a:r>
            <a:rPr lang="en-IE"/>
            <a:t>Produce 50% of oxygen – plants and plankton</a:t>
          </a:r>
          <a:endParaRPr lang="en-US"/>
        </a:p>
      </dgm:t>
    </dgm:pt>
    <dgm:pt modelId="{B93CF5E3-473D-4064-9D01-065AFB6068FB}" type="parTrans" cxnId="{A7CF1033-1608-428D-98E8-3DA59133DDD1}">
      <dgm:prSet/>
      <dgm:spPr/>
      <dgm:t>
        <a:bodyPr/>
        <a:lstStyle/>
        <a:p>
          <a:endParaRPr lang="en-US"/>
        </a:p>
      </dgm:t>
    </dgm:pt>
    <dgm:pt modelId="{2478A86E-B6F0-4799-B772-A51EFC4B8A23}" type="sibTrans" cxnId="{A7CF1033-1608-428D-98E8-3DA59133DDD1}">
      <dgm:prSet/>
      <dgm:spPr/>
      <dgm:t>
        <a:bodyPr/>
        <a:lstStyle/>
        <a:p>
          <a:endParaRPr lang="en-US"/>
        </a:p>
      </dgm:t>
    </dgm:pt>
    <dgm:pt modelId="{26432595-EC4C-408E-B9B7-4491A1298F95}">
      <dgm:prSet/>
      <dgm:spPr/>
      <dgm:t>
        <a:bodyPr/>
        <a:lstStyle/>
        <a:p>
          <a:r>
            <a:rPr lang="en-IE"/>
            <a:t>Support &gt; 3 Billion people – Food and Livelihoods</a:t>
          </a:r>
          <a:endParaRPr lang="en-US"/>
        </a:p>
      </dgm:t>
    </dgm:pt>
    <dgm:pt modelId="{F14CA310-7805-4851-B5B3-EC9A28E1A7B5}" type="parTrans" cxnId="{96BCC9EE-BE15-4060-B918-764F9D175553}">
      <dgm:prSet/>
      <dgm:spPr/>
      <dgm:t>
        <a:bodyPr/>
        <a:lstStyle/>
        <a:p>
          <a:endParaRPr lang="en-US"/>
        </a:p>
      </dgm:t>
    </dgm:pt>
    <dgm:pt modelId="{EC2B9C5A-0128-4419-AFA1-34FE632CD121}" type="sibTrans" cxnId="{96BCC9EE-BE15-4060-B918-764F9D175553}">
      <dgm:prSet/>
      <dgm:spPr/>
      <dgm:t>
        <a:bodyPr/>
        <a:lstStyle/>
        <a:p>
          <a:endParaRPr lang="en-US"/>
        </a:p>
      </dgm:t>
    </dgm:pt>
    <dgm:pt modelId="{44D8B62F-9CBB-42C9-BBF3-ABCE26363FE4}">
      <dgm:prSet/>
      <dgm:spPr/>
      <dgm:t>
        <a:bodyPr/>
        <a:lstStyle/>
        <a:p>
          <a:r>
            <a:rPr lang="en-IE"/>
            <a:t>Helps regulate climate</a:t>
          </a:r>
          <a:endParaRPr lang="en-US"/>
        </a:p>
      </dgm:t>
    </dgm:pt>
    <dgm:pt modelId="{2D01BDB9-FC65-4133-B4AF-5E7D2B666690}" type="parTrans" cxnId="{5CC10A10-AE4F-4652-91F5-2C85A832412B}">
      <dgm:prSet/>
      <dgm:spPr/>
      <dgm:t>
        <a:bodyPr/>
        <a:lstStyle/>
        <a:p>
          <a:endParaRPr lang="en-US"/>
        </a:p>
      </dgm:t>
    </dgm:pt>
    <dgm:pt modelId="{C21369E1-D860-41D4-9045-ED19CEC17FF9}" type="sibTrans" cxnId="{5CC10A10-AE4F-4652-91F5-2C85A832412B}">
      <dgm:prSet/>
      <dgm:spPr/>
      <dgm:t>
        <a:bodyPr/>
        <a:lstStyle/>
        <a:p>
          <a:endParaRPr lang="en-US"/>
        </a:p>
      </dgm:t>
    </dgm:pt>
    <dgm:pt modelId="{54640C8B-EC68-424B-A799-6D8A3F55F968}">
      <dgm:prSet/>
      <dgm:spPr/>
      <dgm:t>
        <a:bodyPr/>
        <a:lstStyle/>
        <a:p>
          <a:r>
            <a:rPr lang="en-IE"/>
            <a:t>Absorbs:</a:t>
          </a:r>
          <a:endParaRPr lang="en-US"/>
        </a:p>
      </dgm:t>
    </dgm:pt>
    <dgm:pt modelId="{0222ECD9-A9AE-4580-87AB-BD5132DF810D}" type="parTrans" cxnId="{5D86AD9B-DC60-4088-94A3-179F3D06E0B2}">
      <dgm:prSet/>
      <dgm:spPr/>
      <dgm:t>
        <a:bodyPr/>
        <a:lstStyle/>
        <a:p>
          <a:endParaRPr lang="en-US"/>
        </a:p>
      </dgm:t>
    </dgm:pt>
    <dgm:pt modelId="{DE33AF6C-7E31-4A36-ADF2-023B24FD2726}" type="sibTrans" cxnId="{5D86AD9B-DC60-4088-94A3-179F3D06E0B2}">
      <dgm:prSet/>
      <dgm:spPr/>
      <dgm:t>
        <a:bodyPr/>
        <a:lstStyle/>
        <a:p>
          <a:endParaRPr lang="en-US"/>
        </a:p>
      </dgm:t>
    </dgm:pt>
    <dgm:pt modelId="{3B2FC0F4-2E80-45C0-A3A0-7A53DE68C04C}">
      <dgm:prSet/>
      <dgm:spPr/>
      <dgm:t>
        <a:bodyPr/>
        <a:lstStyle/>
        <a:p>
          <a:r>
            <a:rPr lang="en-IE"/>
            <a:t>30% carbon emissions </a:t>
          </a:r>
          <a:endParaRPr lang="en-US"/>
        </a:p>
      </dgm:t>
    </dgm:pt>
    <dgm:pt modelId="{341226E2-7AA2-498B-B993-52D2189A54E4}" type="parTrans" cxnId="{BBEA8B8B-50EA-47FA-A2D4-DC381FDE86EC}">
      <dgm:prSet/>
      <dgm:spPr/>
      <dgm:t>
        <a:bodyPr/>
        <a:lstStyle/>
        <a:p>
          <a:endParaRPr lang="en-US"/>
        </a:p>
      </dgm:t>
    </dgm:pt>
    <dgm:pt modelId="{860F9014-51D7-406F-B1BF-4B3C709CC8FA}" type="sibTrans" cxnId="{BBEA8B8B-50EA-47FA-A2D4-DC381FDE86EC}">
      <dgm:prSet/>
      <dgm:spPr/>
      <dgm:t>
        <a:bodyPr/>
        <a:lstStyle/>
        <a:p>
          <a:endParaRPr lang="en-US"/>
        </a:p>
      </dgm:t>
    </dgm:pt>
    <dgm:pt modelId="{F370B197-5A3D-4FFB-98D1-C3C51DF66113}">
      <dgm:prSet/>
      <dgm:spPr/>
      <dgm:t>
        <a:bodyPr/>
        <a:lstStyle/>
        <a:p>
          <a:r>
            <a:rPr lang="en-IE"/>
            <a:t>90% excess heat in climate</a:t>
          </a:r>
          <a:endParaRPr lang="en-US"/>
        </a:p>
      </dgm:t>
    </dgm:pt>
    <dgm:pt modelId="{85FF8D30-3DD6-4B24-B0C1-965CD6CD699E}" type="parTrans" cxnId="{99FE8A8D-F837-403A-9ACF-EACCF3C6C821}">
      <dgm:prSet/>
      <dgm:spPr/>
      <dgm:t>
        <a:bodyPr/>
        <a:lstStyle/>
        <a:p>
          <a:endParaRPr lang="en-US"/>
        </a:p>
      </dgm:t>
    </dgm:pt>
    <dgm:pt modelId="{813F5707-7649-4E04-88CE-0CDC89BC11A0}" type="sibTrans" cxnId="{99FE8A8D-F837-403A-9ACF-EACCF3C6C821}">
      <dgm:prSet/>
      <dgm:spPr/>
      <dgm:t>
        <a:bodyPr/>
        <a:lstStyle/>
        <a:p>
          <a:endParaRPr lang="en-US"/>
        </a:p>
      </dgm:t>
    </dgm:pt>
    <dgm:pt modelId="{68713406-054F-4B8B-A7FC-6C848ED22C7F}" type="pres">
      <dgm:prSet presAssocID="{C248D5DE-6497-41CB-9F65-793249986FAD}" presName="linear" presStyleCnt="0">
        <dgm:presLayoutVars>
          <dgm:dir/>
          <dgm:animLvl val="lvl"/>
          <dgm:resizeHandles val="exact"/>
        </dgm:presLayoutVars>
      </dgm:prSet>
      <dgm:spPr/>
    </dgm:pt>
    <dgm:pt modelId="{13F779E8-3142-4A00-85D7-ED3D3A0D1871}" type="pres">
      <dgm:prSet presAssocID="{E1120327-23C1-4F97-AC72-6087B680735E}" presName="parentLin" presStyleCnt="0"/>
      <dgm:spPr/>
    </dgm:pt>
    <dgm:pt modelId="{ED47E165-278A-46D4-8025-E9D160B78AE5}" type="pres">
      <dgm:prSet presAssocID="{E1120327-23C1-4F97-AC72-6087B680735E}" presName="parentLeftMargin" presStyleLbl="node1" presStyleIdx="0" presStyleCnt="5"/>
      <dgm:spPr/>
    </dgm:pt>
    <dgm:pt modelId="{D2C7582E-13A3-4E5E-B5C1-5191498C8428}" type="pres">
      <dgm:prSet presAssocID="{E1120327-23C1-4F97-AC72-6087B680735E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20D9832B-3BC7-409B-9704-33361EC8BC7D}" type="pres">
      <dgm:prSet presAssocID="{E1120327-23C1-4F97-AC72-6087B680735E}" presName="negativeSpace" presStyleCnt="0"/>
      <dgm:spPr/>
    </dgm:pt>
    <dgm:pt modelId="{93F10425-8376-4158-9A27-9AA2B5D6A4E0}" type="pres">
      <dgm:prSet presAssocID="{E1120327-23C1-4F97-AC72-6087B680735E}" presName="childText" presStyleLbl="conFgAcc1" presStyleIdx="0" presStyleCnt="5">
        <dgm:presLayoutVars>
          <dgm:bulletEnabled val="1"/>
        </dgm:presLayoutVars>
      </dgm:prSet>
      <dgm:spPr/>
    </dgm:pt>
    <dgm:pt modelId="{CF549C8B-F36A-469A-80ED-E102C2008B2A}" type="pres">
      <dgm:prSet presAssocID="{51B08FA7-B2A6-438A-9F82-9F8F8DB5A8E8}" presName="spaceBetweenRectangles" presStyleCnt="0"/>
      <dgm:spPr/>
    </dgm:pt>
    <dgm:pt modelId="{258ACCD8-13EE-4C03-A30C-76C24E61D4FE}" type="pres">
      <dgm:prSet presAssocID="{CD6C7D16-595E-4BBB-A6E1-B977AD867EB9}" presName="parentLin" presStyleCnt="0"/>
      <dgm:spPr/>
    </dgm:pt>
    <dgm:pt modelId="{E8048000-E670-4923-B6D9-A9989910657A}" type="pres">
      <dgm:prSet presAssocID="{CD6C7D16-595E-4BBB-A6E1-B977AD867EB9}" presName="parentLeftMargin" presStyleLbl="node1" presStyleIdx="0" presStyleCnt="5"/>
      <dgm:spPr/>
    </dgm:pt>
    <dgm:pt modelId="{9BA18BA0-7B67-4379-A0FC-6DE5F99C251A}" type="pres">
      <dgm:prSet presAssocID="{CD6C7D16-595E-4BBB-A6E1-B977AD867EB9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55E34A95-C85B-4639-8F60-CE95EE567058}" type="pres">
      <dgm:prSet presAssocID="{CD6C7D16-595E-4BBB-A6E1-B977AD867EB9}" presName="negativeSpace" presStyleCnt="0"/>
      <dgm:spPr/>
    </dgm:pt>
    <dgm:pt modelId="{84DEBD89-7E71-4FE7-89F2-52422BF3015E}" type="pres">
      <dgm:prSet presAssocID="{CD6C7D16-595E-4BBB-A6E1-B977AD867EB9}" presName="childText" presStyleLbl="conFgAcc1" presStyleIdx="1" presStyleCnt="5">
        <dgm:presLayoutVars>
          <dgm:bulletEnabled val="1"/>
        </dgm:presLayoutVars>
      </dgm:prSet>
      <dgm:spPr/>
    </dgm:pt>
    <dgm:pt modelId="{EA1AC419-AA82-4FDB-9DF1-4CA211ED86A7}" type="pres">
      <dgm:prSet presAssocID="{2478A86E-B6F0-4799-B772-A51EFC4B8A23}" presName="spaceBetweenRectangles" presStyleCnt="0"/>
      <dgm:spPr/>
    </dgm:pt>
    <dgm:pt modelId="{074EB2BA-9B37-4F68-B9CC-BFF8DB8D771B}" type="pres">
      <dgm:prSet presAssocID="{26432595-EC4C-408E-B9B7-4491A1298F95}" presName="parentLin" presStyleCnt="0"/>
      <dgm:spPr/>
    </dgm:pt>
    <dgm:pt modelId="{8E83AED3-873A-4D85-9C89-070A797DF364}" type="pres">
      <dgm:prSet presAssocID="{26432595-EC4C-408E-B9B7-4491A1298F95}" presName="parentLeftMargin" presStyleLbl="node1" presStyleIdx="1" presStyleCnt="5"/>
      <dgm:spPr/>
    </dgm:pt>
    <dgm:pt modelId="{3F831C48-24B3-40AA-A711-625BDA93BF99}" type="pres">
      <dgm:prSet presAssocID="{26432595-EC4C-408E-B9B7-4491A1298F95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B0A6464E-C9FF-43C3-8DC6-59720D8FB488}" type="pres">
      <dgm:prSet presAssocID="{26432595-EC4C-408E-B9B7-4491A1298F95}" presName="negativeSpace" presStyleCnt="0"/>
      <dgm:spPr/>
    </dgm:pt>
    <dgm:pt modelId="{A957907A-F5A4-4789-A785-224780260D23}" type="pres">
      <dgm:prSet presAssocID="{26432595-EC4C-408E-B9B7-4491A1298F95}" presName="childText" presStyleLbl="conFgAcc1" presStyleIdx="2" presStyleCnt="5">
        <dgm:presLayoutVars>
          <dgm:bulletEnabled val="1"/>
        </dgm:presLayoutVars>
      </dgm:prSet>
      <dgm:spPr/>
    </dgm:pt>
    <dgm:pt modelId="{A6AD90C7-CF78-4B72-BCA9-28B29704CEF5}" type="pres">
      <dgm:prSet presAssocID="{EC2B9C5A-0128-4419-AFA1-34FE632CD121}" presName="spaceBetweenRectangles" presStyleCnt="0"/>
      <dgm:spPr/>
    </dgm:pt>
    <dgm:pt modelId="{BC7C82D5-50C5-4212-8E0E-1C090B1E0F46}" type="pres">
      <dgm:prSet presAssocID="{44D8B62F-9CBB-42C9-BBF3-ABCE26363FE4}" presName="parentLin" presStyleCnt="0"/>
      <dgm:spPr/>
    </dgm:pt>
    <dgm:pt modelId="{7BEC23E0-08EF-4C18-92F9-2F724D617F23}" type="pres">
      <dgm:prSet presAssocID="{44D8B62F-9CBB-42C9-BBF3-ABCE26363FE4}" presName="parentLeftMargin" presStyleLbl="node1" presStyleIdx="2" presStyleCnt="5"/>
      <dgm:spPr/>
    </dgm:pt>
    <dgm:pt modelId="{C7003895-D69D-4FDD-BE5C-CECCCD35ABDB}" type="pres">
      <dgm:prSet presAssocID="{44D8B62F-9CBB-42C9-BBF3-ABCE26363FE4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15F055BC-6C12-4E1C-B5CF-977AB8FCAB55}" type="pres">
      <dgm:prSet presAssocID="{44D8B62F-9CBB-42C9-BBF3-ABCE26363FE4}" presName="negativeSpace" presStyleCnt="0"/>
      <dgm:spPr/>
    </dgm:pt>
    <dgm:pt modelId="{D5CFBC3D-F475-49C1-868E-A2FD0D111299}" type="pres">
      <dgm:prSet presAssocID="{44D8B62F-9CBB-42C9-BBF3-ABCE26363FE4}" presName="childText" presStyleLbl="conFgAcc1" presStyleIdx="3" presStyleCnt="5">
        <dgm:presLayoutVars>
          <dgm:bulletEnabled val="1"/>
        </dgm:presLayoutVars>
      </dgm:prSet>
      <dgm:spPr/>
    </dgm:pt>
    <dgm:pt modelId="{B37D67C9-9CEA-417A-AFEC-A7E9E490726E}" type="pres">
      <dgm:prSet presAssocID="{C21369E1-D860-41D4-9045-ED19CEC17FF9}" presName="spaceBetweenRectangles" presStyleCnt="0"/>
      <dgm:spPr/>
    </dgm:pt>
    <dgm:pt modelId="{9B1ADFD9-47B1-479C-BFF6-8E71B089CE0C}" type="pres">
      <dgm:prSet presAssocID="{54640C8B-EC68-424B-A799-6D8A3F55F968}" presName="parentLin" presStyleCnt="0"/>
      <dgm:spPr/>
    </dgm:pt>
    <dgm:pt modelId="{0B0A115F-6E1D-4AFE-8876-1C0B3E480C96}" type="pres">
      <dgm:prSet presAssocID="{54640C8B-EC68-424B-A799-6D8A3F55F968}" presName="parentLeftMargin" presStyleLbl="node1" presStyleIdx="3" presStyleCnt="5"/>
      <dgm:spPr/>
    </dgm:pt>
    <dgm:pt modelId="{DC44E497-055F-4401-80A6-3D03B093F4EA}" type="pres">
      <dgm:prSet presAssocID="{54640C8B-EC68-424B-A799-6D8A3F55F968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8A51D874-5117-43AC-AB51-27E4187CEEC1}" type="pres">
      <dgm:prSet presAssocID="{54640C8B-EC68-424B-A799-6D8A3F55F968}" presName="negativeSpace" presStyleCnt="0"/>
      <dgm:spPr/>
    </dgm:pt>
    <dgm:pt modelId="{D617BC87-0ACE-4630-B614-1D1D5B038D7A}" type="pres">
      <dgm:prSet presAssocID="{54640C8B-EC68-424B-A799-6D8A3F55F968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95A50D0F-ABC5-4B3B-BE2F-9318454C849F}" type="presOf" srcId="{E1120327-23C1-4F97-AC72-6087B680735E}" destId="{ED47E165-278A-46D4-8025-E9D160B78AE5}" srcOrd="0" destOrd="0" presId="urn:microsoft.com/office/officeart/2005/8/layout/list1"/>
    <dgm:cxn modelId="{5CC10A10-AE4F-4652-91F5-2C85A832412B}" srcId="{C248D5DE-6497-41CB-9F65-793249986FAD}" destId="{44D8B62F-9CBB-42C9-BBF3-ABCE26363FE4}" srcOrd="3" destOrd="0" parTransId="{2D01BDB9-FC65-4133-B4AF-5E7D2B666690}" sibTransId="{C21369E1-D860-41D4-9045-ED19CEC17FF9}"/>
    <dgm:cxn modelId="{A28F5B18-127B-4F06-9C68-4DD04CEE09A3}" type="presOf" srcId="{F370B197-5A3D-4FFB-98D1-C3C51DF66113}" destId="{D617BC87-0ACE-4630-B614-1D1D5B038D7A}" srcOrd="0" destOrd="1" presId="urn:microsoft.com/office/officeart/2005/8/layout/list1"/>
    <dgm:cxn modelId="{5CF2D523-5A67-4D81-8F1E-9E5BA18BBF2A}" type="presOf" srcId="{44D8B62F-9CBB-42C9-BBF3-ABCE26363FE4}" destId="{7BEC23E0-08EF-4C18-92F9-2F724D617F23}" srcOrd="0" destOrd="0" presId="urn:microsoft.com/office/officeart/2005/8/layout/list1"/>
    <dgm:cxn modelId="{A7CF1033-1608-428D-98E8-3DA59133DDD1}" srcId="{C248D5DE-6497-41CB-9F65-793249986FAD}" destId="{CD6C7D16-595E-4BBB-A6E1-B977AD867EB9}" srcOrd="1" destOrd="0" parTransId="{B93CF5E3-473D-4064-9D01-065AFB6068FB}" sibTransId="{2478A86E-B6F0-4799-B772-A51EFC4B8A23}"/>
    <dgm:cxn modelId="{39DDD23E-B546-42AA-9EA6-5C43F223F7F2}" type="presOf" srcId="{E1120327-23C1-4F97-AC72-6087B680735E}" destId="{D2C7582E-13A3-4E5E-B5C1-5191498C8428}" srcOrd="1" destOrd="0" presId="urn:microsoft.com/office/officeart/2005/8/layout/list1"/>
    <dgm:cxn modelId="{ED2E1374-1AD6-4856-97A6-A3E6D0AB0FFC}" srcId="{C248D5DE-6497-41CB-9F65-793249986FAD}" destId="{E1120327-23C1-4F97-AC72-6087B680735E}" srcOrd="0" destOrd="0" parTransId="{B7BE8ECE-2575-4E1B-8757-17CE98DEC21E}" sibTransId="{51B08FA7-B2A6-438A-9F82-9F8F8DB5A8E8}"/>
    <dgm:cxn modelId="{31645483-3283-41B3-82FB-122EE7C55E3E}" type="presOf" srcId="{CD6C7D16-595E-4BBB-A6E1-B977AD867EB9}" destId="{9BA18BA0-7B67-4379-A0FC-6DE5F99C251A}" srcOrd="1" destOrd="0" presId="urn:microsoft.com/office/officeart/2005/8/layout/list1"/>
    <dgm:cxn modelId="{BBEA8B8B-50EA-47FA-A2D4-DC381FDE86EC}" srcId="{54640C8B-EC68-424B-A799-6D8A3F55F968}" destId="{3B2FC0F4-2E80-45C0-A3A0-7A53DE68C04C}" srcOrd="0" destOrd="0" parTransId="{341226E2-7AA2-498B-B993-52D2189A54E4}" sibTransId="{860F9014-51D7-406F-B1BF-4B3C709CC8FA}"/>
    <dgm:cxn modelId="{99FE8A8D-F837-403A-9ACF-EACCF3C6C821}" srcId="{54640C8B-EC68-424B-A799-6D8A3F55F968}" destId="{F370B197-5A3D-4FFB-98D1-C3C51DF66113}" srcOrd="1" destOrd="0" parTransId="{85FF8D30-3DD6-4B24-B0C1-965CD6CD699E}" sibTransId="{813F5707-7649-4E04-88CE-0CDC89BC11A0}"/>
    <dgm:cxn modelId="{6BA25C90-D7F0-484C-995C-E764B79A1CD1}" type="presOf" srcId="{C248D5DE-6497-41CB-9F65-793249986FAD}" destId="{68713406-054F-4B8B-A7FC-6C848ED22C7F}" srcOrd="0" destOrd="0" presId="urn:microsoft.com/office/officeart/2005/8/layout/list1"/>
    <dgm:cxn modelId="{EEEB2F95-845F-4DD6-B8AC-BF0598556AD6}" type="presOf" srcId="{26432595-EC4C-408E-B9B7-4491A1298F95}" destId="{8E83AED3-873A-4D85-9C89-070A797DF364}" srcOrd="0" destOrd="0" presId="urn:microsoft.com/office/officeart/2005/8/layout/list1"/>
    <dgm:cxn modelId="{5D86AD9B-DC60-4088-94A3-179F3D06E0B2}" srcId="{C248D5DE-6497-41CB-9F65-793249986FAD}" destId="{54640C8B-EC68-424B-A799-6D8A3F55F968}" srcOrd="4" destOrd="0" parTransId="{0222ECD9-A9AE-4580-87AB-BD5132DF810D}" sibTransId="{DE33AF6C-7E31-4A36-ADF2-023B24FD2726}"/>
    <dgm:cxn modelId="{9253BEA8-664C-4901-BAC3-1620C902D8BF}" type="presOf" srcId="{54640C8B-EC68-424B-A799-6D8A3F55F968}" destId="{0B0A115F-6E1D-4AFE-8876-1C0B3E480C96}" srcOrd="0" destOrd="0" presId="urn:microsoft.com/office/officeart/2005/8/layout/list1"/>
    <dgm:cxn modelId="{2B8F81AD-CC2E-48E6-A5F9-321788EEA352}" type="presOf" srcId="{54640C8B-EC68-424B-A799-6D8A3F55F968}" destId="{DC44E497-055F-4401-80A6-3D03B093F4EA}" srcOrd="1" destOrd="0" presId="urn:microsoft.com/office/officeart/2005/8/layout/list1"/>
    <dgm:cxn modelId="{60CB26B0-19B5-4765-A7E0-3F03335F3B45}" type="presOf" srcId="{CD6C7D16-595E-4BBB-A6E1-B977AD867EB9}" destId="{E8048000-E670-4923-B6D9-A9989910657A}" srcOrd="0" destOrd="0" presId="urn:microsoft.com/office/officeart/2005/8/layout/list1"/>
    <dgm:cxn modelId="{C79565C3-42DA-4C55-B490-0145A76F5777}" type="presOf" srcId="{26432595-EC4C-408E-B9B7-4491A1298F95}" destId="{3F831C48-24B3-40AA-A711-625BDA93BF99}" srcOrd="1" destOrd="0" presId="urn:microsoft.com/office/officeart/2005/8/layout/list1"/>
    <dgm:cxn modelId="{1EDD32DF-87A9-4AC1-9B05-E9E7EA545F8C}" type="presOf" srcId="{3B2FC0F4-2E80-45C0-A3A0-7A53DE68C04C}" destId="{D617BC87-0ACE-4630-B614-1D1D5B038D7A}" srcOrd="0" destOrd="0" presId="urn:microsoft.com/office/officeart/2005/8/layout/list1"/>
    <dgm:cxn modelId="{EF4655EE-3CBA-4C52-9C76-24B30787461B}" type="presOf" srcId="{44D8B62F-9CBB-42C9-BBF3-ABCE26363FE4}" destId="{C7003895-D69D-4FDD-BE5C-CECCCD35ABDB}" srcOrd="1" destOrd="0" presId="urn:microsoft.com/office/officeart/2005/8/layout/list1"/>
    <dgm:cxn modelId="{96BCC9EE-BE15-4060-B918-764F9D175553}" srcId="{C248D5DE-6497-41CB-9F65-793249986FAD}" destId="{26432595-EC4C-408E-B9B7-4491A1298F95}" srcOrd="2" destOrd="0" parTransId="{F14CA310-7805-4851-B5B3-EC9A28E1A7B5}" sibTransId="{EC2B9C5A-0128-4419-AFA1-34FE632CD121}"/>
    <dgm:cxn modelId="{926678A1-0211-4F03-8824-82A3ABA4A99A}" type="presParOf" srcId="{68713406-054F-4B8B-A7FC-6C848ED22C7F}" destId="{13F779E8-3142-4A00-85D7-ED3D3A0D1871}" srcOrd="0" destOrd="0" presId="urn:microsoft.com/office/officeart/2005/8/layout/list1"/>
    <dgm:cxn modelId="{5A67AD89-8A06-4A5F-82F5-5946E6860207}" type="presParOf" srcId="{13F779E8-3142-4A00-85D7-ED3D3A0D1871}" destId="{ED47E165-278A-46D4-8025-E9D160B78AE5}" srcOrd="0" destOrd="0" presId="urn:microsoft.com/office/officeart/2005/8/layout/list1"/>
    <dgm:cxn modelId="{61857D26-87AD-42F4-8F96-311C05238B2D}" type="presParOf" srcId="{13F779E8-3142-4A00-85D7-ED3D3A0D1871}" destId="{D2C7582E-13A3-4E5E-B5C1-5191498C8428}" srcOrd="1" destOrd="0" presId="urn:microsoft.com/office/officeart/2005/8/layout/list1"/>
    <dgm:cxn modelId="{AF0EC2AB-978B-45CB-8178-B78F7C2F7D88}" type="presParOf" srcId="{68713406-054F-4B8B-A7FC-6C848ED22C7F}" destId="{20D9832B-3BC7-409B-9704-33361EC8BC7D}" srcOrd="1" destOrd="0" presId="urn:microsoft.com/office/officeart/2005/8/layout/list1"/>
    <dgm:cxn modelId="{D6121075-1BBF-415F-A802-A3A6FFC44851}" type="presParOf" srcId="{68713406-054F-4B8B-A7FC-6C848ED22C7F}" destId="{93F10425-8376-4158-9A27-9AA2B5D6A4E0}" srcOrd="2" destOrd="0" presId="urn:microsoft.com/office/officeart/2005/8/layout/list1"/>
    <dgm:cxn modelId="{D8EE684B-EC42-427A-8A46-0DCB722CDB67}" type="presParOf" srcId="{68713406-054F-4B8B-A7FC-6C848ED22C7F}" destId="{CF549C8B-F36A-469A-80ED-E102C2008B2A}" srcOrd="3" destOrd="0" presId="urn:microsoft.com/office/officeart/2005/8/layout/list1"/>
    <dgm:cxn modelId="{E9CA6F37-3385-40A9-A39B-53D2E07C5BB4}" type="presParOf" srcId="{68713406-054F-4B8B-A7FC-6C848ED22C7F}" destId="{258ACCD8-13EE-4C03-A30C-76C24E61D4FE}" srcOrd="4" destOrd="0" presId="urn:microsoft.com/office/officeart/2005/8/layout/list1"/>
    <dgm:cxn modelId="{F18D4D07-BDE1-4C40-81A5-01E85B87CABE}" type="presParOf" srcId="{258ACCD8-13EE-4C03-A30C-76C24E61D4FE}" destId="{E8048000-E670-4923-B6D9-A9989910657A}" srcOrd="0" destOrd="0" presId="urn:microsoft.com/office/officeart/2005/8/layout/list1"/>
    <dgm:cxn modelId="{3F0E89DD-8FFE-4E97-835C-AB8EFB40654F}" type="presParOf" srcId="{258ACCD8-13EE-4C03-A30C-76C24E61D4FE}" destId="{9BA18BA0-7B67-4379-A0FC-6DE5F99C251A}" srcOrd="1" destOrd="0" presId="urn:microsoft.com/office/officeart/2005/8/layout/list1"/>
    <dgm:cxn modelId="{DAC67985-B1D2-4B67-A2E7-7BFE33490A34}" type="presParOf" srcId="{68713406-054F-4B8B-A7FC-6C848ED22C7F}" destId="{55E34A95-C85B-4639-8F60-CE95EE567058}" srcOrd="5" destOrd="0" presId="urn:microsoft.com/office/officeart/2005/8/layout/list1"/>
    <dgm:cxn modelId="{9E66C1FA-8C27-4F25-8328-C3342763148D}" type="presParOf" srcId="{68713406-054F-4B8B-A7FC-6C848ED22C7F}" destId="{84DEBD89-7E71-4FE7-89F2-52422BF3015E}" srcOrd="6" destOrd="0" presId="urn:microsoft.com/office/officeart/2005/8/layout/list1"/>
    <dgm:cxn modelId="{A2AC6B7C-74C8-405D-9F1A-0701FC412013}" type="presParOf" srcId="{68713406-054F-4B8B-A7FC-6C848ED22C7F}" destId="{EA1AC419-AA82-4FDB-9DF1-4CA211ED86A7}" srcOrd="7" destOrd="0" presId="urn:microsoft.com/office/officeart/2005/8/layout/list1"/>
    <dgm:cxn modelId="{88D92890-DFDF-4625-A94A-582E56F3EA43}" type="presParOf" srcId="{68713406-054F-4B8B-A7FC-6C848ED22C7F}" destId="{074EB2BA-9B37-4F68-B9CC-BFF8DB8D771B}" srcOrd="8" destOrd="0" presId="urn:microsoft.com/office/officeart/2005/8/layout/list1"/>
    <dgm:cxn modelId="{67C77B27-7E4C-4A50-875E-035D384E4DE8}" type="presParOf" srcId="{074EB2BA-9B37-4F68-B9CC-BFF8DB8D771B}" destId="{8E83AED3-873A-4D85-9C89-070A797DF364}" srcOrd="0" destOrd="0" presId="urn:microsoft.com/office/officeart/2005/8/layout/list1"/>
    <dgm:cxn modelId="{37371D05-2DD5-4D6D-9BF1-3FBCDA41927F}" type="presParOf" srcId="{074EB2BA-9B37-4F68-B9CC-BFF8DB8D771B}" destId="{3F831C48-24B3-40AA-A711-625BDA93BF99}" srcOrd="1" destOrd="0" presId="urn:microsoft.com/office/officeart/2005/8/layout/list1"/>
    <dgm:cxn modelId="{BC31D4F9-2BB1-4B4B-8AF2-E2A9B4EF71A9}" type="presParOf" srcId="{68713406-054F-4B8B-A7FC-6C848ED22C7F}" destId="{B0A6464E-C9FF-43C3-8DC6-59720D8FB488}" srcOrd="9" destOrd="0" presId="urn:microsoft.com/office/officeart/2005/8/layout/list1"/>
    <dgm:cxn modelId="{9AB3C4A7-EBD7-44BC-8925-8D7D89683BFC}" type="presParOf" srcId="{68713406-054F-4B8B-A7FC-6C848ED22C7F}" destId="{A957907A-F5A4-4789-A785-224780260D23}" srcOrd="10" destOrd="0" presId="urn:microsoft.com/office/officeart/2005/8/layout/list1"/>
    <dgm:cxn modelId="{18FF38CA-A36C-4543-B57E-FABC2C954F24}" type="presParOf" srcId="{68713406-054F-4B8B-A7FC-6C848ED22C7F}" destId="{A6AD90C7-CF78-4B72-BCA9-28B29704CEF5}" srcOrd="11" destOrd="0" presId="urn:microsoft.com/office/officeart/2005/8/layout/list1"/>
    <dgm:cxn modelId="{88AFAAFA-15CD-4B6A-8E29-DD73EA77DC40}" type="presParOf" srcId="{68713406-054F-4B8B-A7FC-6C848ED22C7F}" destId="{BC7C82D5-50C5-4212-8E0E-1C090B1E0F46}" srcOrd="12" destOrd="0" presId="urn:microsoft.com/office/officeart/2005/8/layout/list1"/>
    <dgm:cxn modelId="{7C18E10F-8C1F-4F66-AE74-BF26F76FC5DA}" type="presParOf" srcId="{BC7C82D5-50C5-4212-8E0E-1C090B1E0F46}" destId="{7BEC23E0-08EF-4C18-92F9-2F724D617F23}" srcOrd="0" destOrd="0" presId="urn:microsoft.com/office/officeart/2005/8/layout/list1"/>
    <dgm:cxn modelId="{D633CCF1-7895-4303-9DD1-3AAB75897C4D}" type="presParOf" srcId="{BC7C82D5-50C5-4212-8E0E-1C090B1E0F46}" destId="{C7003895-D69D-4FDD-BE5C-CECCCD35ABDB}" srcOrd="1" destOrd="0" presId="urn:microsoft.com/office/officeart/2005/8/layout/list1"/>
    <dgm:cxn modelId="{FD79F093-F2DB-4FFF-928E-FE583FF0E000}" type="presParOf" srcId="{68713406-054F-4B8B-A7FC-6C848ED22C7F}" destId="{15F055BC-6C12-4E1C-B5CF-977AB8FCAB55}" srcOrd="13" destOrd="0" presId="urn:microsoft.com/office/officeart/2005/8/layout/list1"/>
    <dgm:cxn modelId="{EEA6AC88-9BE3-45A2-89C0-F02FDFE35603}" type="presParOf" srcId="{68713406-054F-4B8B-A7FC-6C848ED22C7F}" destId="{D5CFBC3D-F475-49C1-868E-A2FD0D111299}" srcOrd="14" destOrd="0" presId="urn:microsoft.com/office/officeart/2005/8/layout/list1"/>
    <dgm:cxn modelId="{2E72BFD7-29E9-4A19-A13A-EA1710425B77}" type="presParOf" srcId="{68713406-054F-4B8B-A7FC-6C848ED22C7F}" destId="{B37D67C9-9CEA-417A-AFEC-A7E9E490726E}" srcOrd="15" destOrd="0" presId="urn:microsoft.com/office/officeart/2005/8/layout/list1"/>
    <dgm:cxn modelId="{13D50BF3-DF15-41EA-B1FB-BEB28B67AEEC}" type="presParOf" srcId="{68713406-054F-4B8B-A7FC-6C848ED22C7F}" destId="{9B1ADFD9-47B1-479C-BFF6-8E71B089CE0C}" srcOrd="16" destOrd="0" presId="urn:microsoft.com/office/officeart/2005/8/layout/list1"/>
    <dgm:cxn modelId="{AE3D5118-A0DD-4A65-9771-2095B5F7E122}" type="presParOf" srcId="{9B1ADFD9-47B1-479C-BFF6-8E71B089CE0C}" destId="{0B0A115F-6E1D-4AFE-8876-1C0B3E480C96}" srcOrd="0" destOrd="0" presId="urn:microsoft.com/office/officeart/2005/8/layout/list1"/>
    <dgm:cxn modelId="{18AB260F-0C5E-4E6F-82A4-F03E7180730F}" type="presParOf" srcId="{9B1ADFD9-47B1-479C-BFF6-8E71B089CE0C}" destId="{DC44E497-055F-4401-80A6-3D03B093F4EA}" srcOrd="1" destOrd="0" presId="urn:microsoft.com/office/officeart/2005/8/layout/list1"/>
    <dgm:cxn modelId="{5D87F672-2599-476C-B761-504ED76FD69F}" type="presParOf" srcId="{68713406-054F-4B8B-A7FC-6C848ED22C7F}" destId="{8A51D874-5117-43AC-AB51-27E4187CEEC1}" srcOrd="17" destOrd="0" presId="urn:microsoft.com/office/officeart/2005/8/layout/list1"/>
    <dgm:cxn modelId="{AB8016A8-ECC5-447F-9B7D-4E9258F42717}" type="presParOf" srcId="{68713406-054F-4B8B-A7FC-6C848ED22C7F}" destId="{D617BC87-0ACE-4630-B614-1D1D5B038D7A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1E59E7C-EAF1-42AD-9339-7BDDE7650115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67FDB9F6-5776-45DB-A126-1853B3EBD74F}">
      <dgm:prSet/>
      <dgm:spPr/>
      <dgm:t>
        <a:bodyPr/>
        <a:lstStyle/>
        <a:p>
          <a:pPr>
            <a:defRPr cap="all"/>
          </a:pPr>
          <a:r>
            <a:rPr lang="en-IE"/>
            <a:t>Millions of species</a:t>
          </a:r>
          <a:endParaRPr lang="en-US"/>
        </a:p>
      </dgm:t>
    </dgm:pt>
    <dgm:pt modelId="{9BA070B8-7BD5-4934-AD7E-09B0CCD9C5BF}" type="parTrans" cxnId="{BD8E9C3B-BA7C-4821-AA3E-853CD582DCFF}">
      <dgm:prSet/>
      <dgm:spPr/>
      <dgm:t>
        <a:bodyPr/>
        <a:lstStyle/>
        <a:p>
          <a:endParaRPr lang="en-US"/>
        </a:p>
      </dgm:t>
    </dgm:pt>
    <dgm:pt modelId="{BC839662-DDDF-41AE-8566-2D69EB5933C3}" type="sibTrans" cxnId="{BD8E9C3B-BA7C-4821-AA3E-853CD582DCFF}">
      <dgm:prSet/>
      <dgm:spPr/>
      <dgm:t>
        <a:bodyPr/>
        <a:lstStyle/>
        <a:p>
          <a:endParaRPr lang="en-US"/>
        </a:p>
      </dgm:t>
    </dgm:pt>
    <dgm:pt modelId="{B84A138C-0E43-4CAB-BA52-E3B3A35C4A43}">
      <dgm:prSet/>
      <dgm:spPr/>
      <dgm:t>
        <a:bodyPr/>
        <a:lstStyle/>
        <a:p>
          <a:pPr>
            <a:defRPr cap="all"/>
          </a:pPr>
          <a:r>
            <a:rPr lang="en-IE"/>
            <a:t>Coral reefs, fish, mammals</a:t>
          </a:r>
          <a:endParaRPr lang="en-US"/>
        </a:p>
      </dgm:t>
    </dgm:pt>
    <dgm:pt modelId="{0F87EFB2-85A0-4E28-91F6-D1CF6F5CE944}" type="parTrans" cxnId="{6EB0FB40-C757-414C-B710-DA7104B8CA96}">
      <dgm:prSet/>
      <dgm:spPr/>
      <dgm:t>
        <a:bodyPr/>
        <a:lstStyle/>
        <a:p>
          <a:endParaRPr lang="en-US"/>
        </a:p>
      </dgm:t>
    </dgm:pt>
    <dgm:pt modelId="{F1CECA44-9567-4963-87B6-DB8139754977}" type="sibTrans" cxnId="{6EB0FB40-C757-414C-B710-DA7104B8CA96}">
      <dgm:prSet/>
      <dgm:spPr/>
      <dgm:t>
        <a:bodyPr/>
        <a:lstStyle/>
        <a:p>
          <a:endParaRPr lang="en-US"/>
        </a:p>
      </dgm:t>
    </dgm:pt>
    <dgm:pt modelId="{A0B1438C-34E7-47E3-988B-1C1218C37628}">
      <dgm:prSet/>
      <dgm:spPr/>
      <dgm:t>
        <a:bodyPr/>
        <a:lstStyle/>
        <a:p>
          <a:pPr>
            <a:defRPr cap="all"/>
          </a:pPr>
          <a:r>
            <a:rPr lang="en-IE"/>
            <a:t>Complex ecosystems</a:t>
          </a:r>
          <a:endParaRPr lang="en-US"/>
        </a:p>
      </dgm:t>
    </dgm:pt>
    <dgm:pt modelId="{02E059C4-B007-4FF3-8EFB-110FEC4994D4}" type="parTrans" cxnId="{FFBB7858-B176-4632-8469-A256604B9CB8}">
      <dgm:prSet/>
      <dgm:spPr/>
      <dgm:t>
        <a:bodyPr/>
        <a:lstStyle/>
        <a:p>
          <a:endParaRPr lang="en-US"/>
        </a:p>
      </dgm:t>
    </dgm:pt>
    <dgm:pt modelId="{A44F4ABB-0621-4E60-AC3B-0C3A267F193D}" type="sibTrans" cxnId="{FFBB7858-B176-4632-8469-A256604B9CB8}">
      <dgm:prSet/>
      <dgm:spPr/>
      <dgm:t>
        <a:bodyPr/>
        <a:lstStyle/>
        <a:p>
          <a:endParaRPr lang="en-US"/>
        </a:p>
      </dgm:t>
    </dgm:pt>
    <dgm:pt modelId="{00990FCF-9C71-46F6-B42D-FE276AB908CD}" type="pres">
      <dgm:prSet presAssocID="{21E59E7C-EAF1-42AD-9339-7BDDE7650115}" presName="root" presStyleCnt="0">
        <dgm:presLayoutVars>
          <dgm:dir/>
          <dgm:resizeHandles val="exact"/>
        </dgm:presLayoutVars>
      </dgm:prSet>
      <dgm:spPr/>
    </dgm:pt>
    <dgm:pt modelId="{33605A65-54AA-452C-A2CE-8211E67A887B}" type="pres">
      <dgm:prSet presAssocID="{67FDB9F6-5776-45DB-A126-1853B3EBD74F}" presName="compNode" presStyleCnt="0"/>
      <dgm:spPr/>
    </dgm:pt>
    <dgm:pt modelId="{883B53B0-BCBE-44BA-9E31-BECD6A1CD162}" type="pres">
      <dgm:prSet presAssocID="{67FDB9F6-5776-45DB-A126-1853B3EBD74F}" presName="iconBgRect" presStyleLbl="bgShp" presStyleIdx="0" presStyleCnt="3"/>
      <dgm:spPr/>
    </dgm:pt>
    <dgm:pt modelId="{FD1CA68E-BFE3-46C4-AB2B-C70FFEAD25DC}" type="pres">
      <dgm:prSet presAssocID="{67FDB9F6-5776-45DB-A126-1853B3EBD74F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ark"/>
        </a:ext>
      </dgm:extLst>
    </dgm:pt>
    <dgm:pt modelId="{435AB06C-E66D-4427-A2E5-C9E2A35DB64D}" type="pres">
      <dgm:prSet presAssocID="{67FDB9F6-5776-45DB-A126-1853B3EBD74F}" presName="spaceRect" presStyleCnt="0"/>
      <dgm:spPr/>
    </dgm:pt>
    <dgm:pt modelId="{AC3A4175-D157-4B6C-833D-C1832C2DD50E}" type="pres">
      <dgm:prSet presAssocID="{67FDB9F6-5776-45DB-A126-1853B3EBD74F}" presName="textRect" presStyleLbl="revTx" presStyleIdx="0" presStyleCnt="3">
        <dgm:presLayoutVars>
          <dgm:chMax val="1"/>
          <dgm:chPref val="1"/>
        </dgm:presLayoutVars>
      </dgm:prSet>
      <dgm:spPr/>
    </dgm:pt>
    <dgm:pt modelId="{C7568060-1047-45E6-9E3C-A1111FF3AA44}" type="pres">
      <dgm:prSet presAssocID="{BC839662-DDDF-41AE-8566-2D69EB5933C3}" presName="sibTrans" presStyleCnt="0"/>
      <dgm:spPr/>
    </dgm:pt>
    <dgm:pt modelId="{1A385E76-DEF8-4D96-BFA2-16874845D5EA}" type="pres">
      <dgm:prSet presAssocID="{B84A138C-0E43-4CAB-BA52-E3B3A35C4A43}" presName="compNode" presStyleCnt="0"/>
      <dgm:spPr/>
    </dgm:pt>
    <dgm:pt modelId="{545A7367-8E31-4C7F-BDEA-AAA1475CBBA9}" type="pres">
      <dgm:prSet presAssocID="{B84A138C-0E43-4CAB-BA52-E3B3A35C4A43}" presName="iconBgRect" presStyleLbl="bgShp" presStyleIdx="1" presStyleCnt="3"/>
      <dgm:spPr/>
    </dgm:pt>
    <dgm:pt modelId="{9DB798A4-4F33-417E-95D2-8027585821AD}" type="pres">
      <dgm:prSet presAssocID="{B84A138C-0E43-4CAB-BA52-E3B3A35C4A43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rab"/>
        </a:ext>
      </dgm:extLst>
    </dgm:pt>
    <dgm:pt modelId="{E0AB3E97-8CD0-40EA-AFE7-B86AD804EA17}" type="pres">
      <dgm:prSet presAssocID="{B84A138C-0E43-4CAB-BA52-E3B3A35C4A43}" presName="spaceRect" presStyleCnt="0"/>
      <dgm:spPr/>
    </dgm:pt>
    <dgm:pt modelId="{4928E675-2DB0-42D5-84E3-5100CB81E792}" type="pres">
      <dgm:prSet presAssocID="{B84A138C-0E43-4CAB-BA52-E3B3A35C4A43}" presName="textRect" presStyleLbl="revTx" presStyleIdx="1" presStyleCnt="3">
        <dgm:presLayoutVars>
          <dgm:chMax val="1"/>
          <dgm:chPref val="1"/>
        </dgm:presLayoutVars>
      </dgm:prSet>
      <dgm:spPr/>
    </dgm:pt>
    <dgm:pt modelId="{0B2272CD-C48D-448D-9AA8-89564B31CDB1}" type="pres">
      <dgm:prSet presAssocID="{F1CECA44-9567-4963-87B6-DB8139754977}" presName="sibTrans" presStyleCnt="0"/>
      <dgm:spPr/>
    </dgm:pt>
    <dgm:pt modelId="{2A6466C2-B3BF-4EBE-9C93-841CA1A7A740}" type="pres">
      <dgm:prSet presAssocID="{A0B1438C-34E7-47E3-988B-1C1218C37628}" presName="compNode" presStyleCnt="0"/>
      <dgm:spPr/>
    </dgm:pt>
    <dgm:pt modelId="{1885BA89-EA50-4581-89DE-7C0DE8F994DC}" type="pres">
      <dgm:prSet presAssocID="{A0B1438C-34E7-47E3-988B-1C1218C37628}" presName="iconBgRect" presStyleLbl="bgShp" presStyleIdx="2" presStyleCnt="3"/>
      <dgm:spPr/>
    </dgm:pt>
    <dgm:pt modelId="{0178033D-6066-4034-B056-AE151BBE4A22}" type="pres">
      <dgm:prSet presAssocID="{A0B1438C-34E7-47E3-988B-1C1218C37628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ciduous tree"/>
        </a:ext>
      </dgm:extLst>
    </dgm:pt>
    <dgm:pt modelId="{EF54223A-7557-46A5-B939-66EDA1FF8D5A}" type="pres">
      <dgm:prSet presAssocID="{A0B1438C-34E7-47E3-988B-1C1218C37628}" presName="spaceRect" presStyleCnt="0"/>
      <dgm:spPr/>
    </dgm:pt>
    <dgm:pt modelId="{CD3DDB00-035E-4CD7-A124-E514A805C3A3}" type="pres">
      <dgm:prSet presAssocID="{A0B1438C-34E7-47E3-988B-1C1218C37628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8517EF03-BEB3-4680-BC66-9B6DCDE9B038}" type="presOf" srcId="{67FDB9F6-5776-45DB-A126-1853B3EBD74F}" destId="{AC3A4175-D157-4B6C-833D-C1832C2DD50E}" srcOrd="0" destOrd="0" presId="urn:microsoft.com/office/officeart/2018/5/layout/IconCircleLabelList"/>
    <dgm:cxn modelId="{2BE9B20D-E946-47EF-BC1C-89C34F930D5C}" type="presOf" srcId="{A0B1438C-34E7-47E3-988B-1C1218C37628}" destId="{CD3DDB00-035E-4CD7-A124-E514A805C3A3}" srcOrd="0" destOrd="0" presId="urn:microsoft.com/office/officeart/2018/5/layout/IconCircleLabelList"/>
    <dgm:cxn modelId="{BD8E9C3B-BA7C-4821-AA3E-853CD582DCFF}" srcId="{21E59E7C-EAF1-42AD-9339-7BDDE7650115}" destId="{67FDB9F6-5776-45DB-A126-1853B3EBD74F}" srcOrd="0" destOrd="0" parTransId="{9BA070B8-7BD5-4934-AD7E-09B0CCD9C5BF}" sibTransId="{BC839662-DDDF-41AE-8566-2D69EB5933C3}"/>
    <dgm:cxn modelId="{6EB0FB40-C757-414C-B710-DA7104B8CA96}" srcId="{21E59E7C-EAF1-42AD-9339-7BDDE7650115}" destId="{B84A138C-0E43-4CAB-BA52-E3B3A35C4A43}" srcOrd="1" destOrd="0" parTransId="{0F87EFB2-85A0-4E28-91F6-D1CF6F5CE944}" sibTransId="{F1CECA44-9567-4963-87B6-DB8139754977}"/>
    <dgm:cxn modelId="{FFBB7858-B176-4632-8469-A256604B9CB8}" srcId="{21E59E7C-EAF1-42AD-9339-7BDDE7650115}" destId="{A0B1438C-34E7-47E3-988B-1C1218C37628}" srcOrd="2" destOrd="0" parTransId="{02E059C4-B007-4FF3-8EFB-110FEC4994D4}" sibTransId="{A44F4ABB-0621-4E60-AC3B-0C3A267F193D}"/>
    <dgm:cxn modelId="{19E1007F-E53C-4CE0-BFA9-4BD57F0D35DE}" type="presOf" srcId="{21E59E7C-EAF1-42AD-9339-7BDDE7650115}" destId="{00990FCF-9C71-46F6-B42D-FE276AB908CD}" srcOrd="0" destOrd="0" presId="urn:microsoft.com/office/officeart/2018/5/layout/IconCircleLabelList"/>
    <dgm:cxn modelId="{62907FE0-746C-4939-B242-578167EBB350}" type="presOf" srcId="{B84A138C-0E43-4CAB-BA52-E3B3A35C4A43}" destId="{4928E675-2DB0-42D5-84E3-5100CB81E792}" srcOrd="0" destOrd="0" presId="urn:microsoft.com/office/officeart/2018/5/layout/IconCircleLabelList"/>
    <dgm:cxn modelId="{9481DB8A-9E7B-44D0-88CD-836814888F79}" type="presParOf" srcId="{00990FCF-9C71-46F6-B42D-FE276AB908CD}" destId="{33605A65-54AA-452C-A2CE-8211E67A887B}" srcOrd="0" destOrd="0" presId="urn:microsoft.com/office/officeart/2018/5/layout/IconCircleLabelList"/>
    <dgm:cxn modelId="{2B4BDC9D-0594-471B-AB21-D2712895A869}" type="presParOf" srcId="{33605A65-54AA-452C-A2CE-8211E67A887B}" destId="{883B53B0-BCBE-44BA-9E31-BECD6A1CD162}" srcOrd="0" destOrd="0" presId="urn:microsoft.com/office/officeart/2018/5/layout/IconCircleLabelList"/>
    <dgm:cxn modelId="{F170F555-092E-4C54-949E-768E405BD11A}" type="presParOf" srcId="{33605A65-54AA-452C-A2CE-8211E67A887B}" destId="{FD1CA68E-BFE3-46C4-AB2B-C70FFEAD25DC}" srcOrd="1" destOrd="0" presId="urn:microsoft.com/office/officeart/2018/5/layout/IconCircleLabelList"/>
    <dgm:cxn modelId="{A0D33CAC-5388-40F0-A6A5-564D04E8E5D0}" type="presParOf" srcId="{33605A65-54AA-452C-A2CE-8211E67A887B}" destId="{435AB06C-E66D-4427-A2E5-C9E2A35DB64D}" srcOrd="2" destOrd="0" presId="urn:microsoft.com/office/officeart/2018/5/layout/IconCircleLabelList"/>
    <dgm:cxn modelId="{03FDCB1B-364D-4347-8EDE-69F2FF431D89}" type="presParOf" srcId="{33605A65-54AA-452C-A2CE-8211E67A887B}" destId="{AC3A4175-D157-4B6C-833D-C1832C2DD50E}" srcOrd="3" destOrd="0" presId="urn:microsoft.com/office/officeart/2018/5/layout/IconCircleLabelList"/>
    <dgm:cxn modelId="{74403F0E-EB60-4D30-A134-1FD83C39102B}" type="presParOf" srcId="{00990FCF-9C71-46F6-B42D-FE276AB908CD}" destId="{C7568060-1047-45E6-9E3C-A1111FF3AA44}" srcOrd="1" destOrd="0" presId="urn:microsoft.com/office/officeart/2018/5/layout/IconCircleLabelList"/>
    <dgm:cxn modelId="{84A43CB9-F95D-4365-86F4-8ED7CB363176}" type="presParOf" srcId="{00990FCF-9C71-46F6-B42D-FE276AB908CD}" destId="{1A385E76-DEF8-4D96-BFA2-16874845D5EA}" srcOrd="2" destOrd="0" presId="urn:microsoft.com/office/officeart/2018/5/layout/IconCircleLabelList"/>
    <dgm:cxn modelId="{D9458C68-6C84-41A6-8FA0-20A3AAB18971}" type="presParOf" srcId="{1A385E76-DEF8-4D96-BFA2-16874845D5EA}" destId="{545A7367-8E31-4C7F-BDEA-AAA1475CBBA9}" srcOrd="0" destOrd="0" presId="urn:microsoft.com/office/officeart/2018/5/layout/IconCircleLabelList"/>
    <dgm:cxn modelId="{6008849C-1E72-42FD-9EB0-B5F1F8B5B7FF}" type="presParOf" srcId="{1A385E76-DEF8-4D96-BFA2-16874845D5EA}" destId="{9DB798A4-4F33-417E-95D2-8027585821AD}" srcOrd="1" destOrd="0" presId="urn:microsoft.com/office/officeart/2018/5/layout/IconCircleLabelList"/>
    <dgm:cxn modelId="{079A059A-D6C3-412E-9A4B-843F67CF885C}" type="presParOf" srcId="{1A385E76-DEF8-4D96-BFA2-16874845D5EA}" destId="{E0AB3E97-8CD0-40EA-AFE7-B86AD804EA17}" srcOrd="2" destOrd="0" presId="urn:microsoft.com/office/officeart/2018/5/layout/IconCircleLabelList"/>
    <dgm:cxn modelId="{72DC420D-69F1-4837-BCE9-FA68252D1FE6}" type="presParOf" srcId="{1A385E76-DEF8-4D96-BFA2-16874845D5EA}" destId="{4928E675-2DB0-42D5-84E3-5100CB81E792}" srcOrd="3" destOrd="0" presId="urn:microsoft.com/office/officeart/2018/5/layout/IconCircleLabelList"/>
    <dgm:cxn modelId="{1C535727-F70A-462B-91DE-CB25EC67B877}" type="presParOf" srcId="{00990FCF-9C71-46F6-B42D-FE276AB908CD}" destId="{0B2272CD-C48D-448D-9AA8-89564B31CDB1}" srcOrd="3" destOrd="0" presId="urn:microsoft.com/office/officeart/2018/5/layout/IconCircleLabelList"/>
    <dgm:cxn modelId="{2A697163-9B56-4C56-BAF7-CE4D13B68053}" type="presParOf" srcId="{00990FCF-9C71-46F6-B42D-FE276AB908CD}" destId="{2A6466C2-B3BF-4EBE-9C93-841CA1A7A740}" srcOrd="4" destOrd="0" presId="urn:microsoft.com/office/officeart/2018/5/layout/IconCircleLabelList"/>
    <dgm:cxn modelId="{0CA9B3E0-C590-4839-9A82-E273EB6A06AF}" type="presParOf" srcId="{2A6466C2-B3BF-4EBE-9C93-841CA1A7A740}" destId="{1885BA89-EA50-4581-89DE-7C0DE8F994DC}" srcOrd="0" destOrd="0" presId="urn:microsoft.com/office/officeart/2018/5/layout/IconCircleLabelList"/>
    <dgm:cxn modelId="{DDAD0BD9-7383-4624-9351-736476F39E6C}" type="presParOf" srcId="{2A6466C2-B3BF-4EBE-9C93-841CA1A7A740}" destId="{0178033D-6066-4034-B056-AE151BBE4A22}" srcOrd="1" destOrd="0" presId="urn:microsoft.com/office/officeart/2018/5/layout/IconCircleLabelList"/>
    <dgm:cxn modelId="{2238E4CE-BCE6-4AE0-B620-41968D91A821}" type="presParOf" srcId="{2A6466C2-B3BF-4EBE-9C93-841CA1A7A740}" destId="{EF54223A-7557-46A5-B939-66EDA1FF8D5A}" srcOrd="2" destOrd="0" presId="urn:microsoft.com/office/officeart/2018/5/layout/IconCircleLabelList"/>
    <dgm:cxn modelId="{D95954D3-7C2D-448E-B5DE-47F99973D02D}" type="presParOf" srcId="{2A6466C2-B3BF-4EBE-9C93-841CA1A7A740}" destId="{CD3DDB00-035E-4CD7-A124-E514A805C3A3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B77B482-F486-44E9-815F-A40BAEEC0296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510CEBA-6CC0-4F1B-BB1A-335CD3C28832}">
      <dgm:prSet/>
      <dgm:spPr/>
      <dgm:t>
        <a:bodyPr/>
        <a:lstStyle/>
        <a:p>
          <a:pPr>
            <a:lnSpc>
              <a:spcPct val="100000"/>
            </a:lnSpc>
          </a:pPr>
          <a:r>
            <a:rPr lang="en-IE"/>
            <a:t>Plastic waste – 12 Million Tonnes</a:t>
          </a:r>
          <a:endParaRPr lang="en-US"/>
        </a:p>
      </dgm:t>
    </dgm:pt>
    <dgm:pt modelId="{ABDDE8F9-2BB1-4E22-B979-FABEF2754693}" type="parTrans" cxnId="{A7CC2852-156A-4543-9447-C3B25939B353}">
      <dgm:prSet/>
      <dgm:spPr/>
      <dgm:t>
        <a:bodyPr/>
        <a:lstStyle/>
        <a:p>
          <a:endParaRPr lang="en-US"/>
        </a:p>
      </dgm:t>
    </dgm:pt>
    <dgm:pt modelId="{DFFB4F74-5AFA-4309-A593-7BFDBE86018C}" type="sibTrans" cxnId="{A7CC2852-156A-4543-9447-C3B25939B353}">
      <dgm:prSet/>
      <dgm:spPr/>
      <dgm:t>
        <a:bodyPr/>
        <a:lstStyle/>
        <a:p>
          <a:endParaRPr lang="en-US"/>
        </a:p>
      </dgm:t>
    </dgm:pt>
    <dgm:pt modelId="{971EB2F7-15FA-479E-B00E-1C987F5790FA}">
      <dgm:prSet/>
      <dgm:spPr/>
      <dgm:t>
        <a:bodyPr/>
        <a:lstStyle/>
        <a:p>
          <a:pPr>
            <a:lnSpc>
              <a:spcPct val="100000"/>
            </a:lnSpc>
          </a:pPr>
          <a:r>
            <a:rPr lang="en-IE"/>
            <a:t>Oil Spills</a:t>
          </a:r>
          <a:endParaRPr lang="en-US"/>
        </a:p>
      </dgm:t>
    </dgm:pt>
    <dgm:pt modelId="{6C850688-7189-4AF2-89EB-A9082BEAAC2C}" type="parTrans" cxnId="{BB906CBD-D5A0-4025-8F91-8D0B1A7D23E6}">
      <dgm:prSet/>
      <dgm:spPr/>
      <dgm:t>
        <a:bodyPr/>
        <a:lstStyle/>
        <a:p>
          <a:endParaRPr lang="en-US"/>
        </a:p>
      </dgm:t>
    </dgm:pt>
    <dgm:pt modelId="{9686269D-3A47-4728-BBBA-4AAF23BD47CF}" type="sibTrans" cxnId="{BB906CBD-D5A0-4025-8F91-8D0B1A7D23E6}">
      <dgm:prSet/>
      <dgm:spPr/>
      <dgm:t>
        <a:bodyPr/>
        <a:lstStyle/>
        <a:p>
          <a:endParaRPr lang="en-US"/>
        </a:p>
      </dgm:t>
    </dgm:pt>
    <dgm:pt modelId="{51498C6F-0749-4D34-911C-6F96717A91B3}">
      <dgm:prSet/>
      <dgm:spPr/>
      <dgm:t>
        <a:bodyPr/>
        <a:lstStyle/>
        <a:p>
          <a:pPr>
            <a:lnSpc>
              <a:spcPct val="100000"/>
            </a:lnSpc>
          </a:pPr>
          <a:r>
            <a:rPr lang="en-IE"/>
            <a:t>Chemical runoff</a:t>
          </a:r>
          <a:endParaRPr lang="en-US"/>
        </a:p>
      </dgm:t>
    </dgm:pt>
    <dgm:pt modelId="{4C7F688D-8FE1-4196-81EA-703F3D0864CE}" type="parTrans" cxnId="{A0AEA947-9B84-455C-B454-607CB2A53043}">
      <dgm:prSet/>
      <dgm:spPr/>
      <dgm:t>
        <a:bodyPr/>
        <a:lstStyle/>
        <a:p>
          <a:endParaRPr lang="en-US"/>
        </a:p>
      </dgm:t>
    </dgm:pt>
    <dgm:pt modelId="{4A80D19B-7ABF-4858-97C1-7802C35ED80C}" type="sibTrans" cxnId="{A0AEA947-9B84-455C-B454-607CB2A53043}">
      <dgm:prSet/>
      <dgm:spPr/>
      <dgm:t>
        <a:bodyPr/>
        <a:lstStyle/>
        <a:p>
          <a:endParaRPr lang="en-US"/>
        </a:p>
      </dgm:t>
    </dgm:pt>
    <dgm:pt modelId="{BFA52994-AB5F-4062-9B96-A4019E2FF37B}" type="pres">
      <dgm:prSet presAssocID="{1B77B482-F486-44E9-815F-A40BAEEC0296}" presName="root" presStyleCnt="0">
        <dgm:presLayoutVars>
          <dgm:dir/>
          <dgm:resizeHandles val="exact"/>
        </dgm:presLayoutVars>
      </dgm:prSet>
      <dgm:spPr/>
    </dgm:pt>
    <dgm:pt modelId="{DA60AEF7-E0A6-4492-A1DD-E468C3197488}" type="pres">
      <dgm:prSet presAssocID="{3510CEBA-6CC0-4F1B-BB1A-335CD3C28832}" presName="compNode" presStyleCnt="0"/>
      <dgm:spPr/>
    </dgm:pt>
    <dgm:pt modelId="{43639302-9525-4F24-A816-6044CF186457}" type="pres">
      <dgm:prSet presAssocID="{3510CEBA-6CC0-4F1B-BB1A-335CD3C28832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cycle"/>
        </a:ext>
      </dgm:extLst>
    </dgm:pt>
    <dgm:pt modelId="{0B88A011-DD79-42A4-A3D5-CAE599033F92}" type="pres">
      <dgm:prSet presAssocID="{3510CEBA-6CC0-4F1B-BB1A-335CD3C28832}" presName="spaceRect" presStyleCnt="0"/>
      <dgm:spPr/>
    </dgm:pt>
    <dgm:pt modelId="{3424A3BA-D091-49C9-ACCD-060CBD6E1DF3}" type="pres">
      <dgm:prSet presAssocID="{3510CEBA-6CC0-4F1B-BB1A-335CD3C28832}" presName="textRect" presStyleLbl="revTx" presStyleIdx="0" presStyleCnt="3">
        <dgm:presLayoutVars>
          <dgm:chMax val="1"/>
          <dgm:chPref val="1"/>
        </dgm:presLayoutVars>
      </dgm:prSet>
      <dgm:spPr/>
    </dgm:pt>
    <dgm:pt modelId="{69343AD5-44F7-47DA-A69D-8E25BA28CF6E}" type="pres">
      <dgm:prSet presAssocID="{DFFB4F74-5AFA-4309-A593-7BFDBE86018C}" presName="sibTrans" presStyleCnt="0"/>
      <dgm:spPr/>
    </dgm:pt>
    <dgm:pt modelId="{CB51C1ED-04C0-4205-B0C1-7F14FB0518A7}" type="pres">
      <dgm:prSet presAssocID="{971EB2F7-15FA-479E-B00E-1C987F5790FA}" presName="compNode" presStyleCnt="0"/>
      <dgm:spPr/>
    </dgm:pt>
    <dgm:pt modelId="{12F5443B-1833-4B06-9B67-F6F4A07457E8}" type="pres">
      <dgm:prSet presAssocID="{971EB2F7-15FA-479E-B00E-1C987F5790FA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ter"/>
        </a:ext>
      </dgm:extLst>
    </dgm:pt>
    <dgm:pt modelId="{CE5C617A-8FB9-44AC-9DED-D6B96C0CF1D3}" type="pres">
      <dgm:prSet presAssocID="{971EB2F7-15FA-479E-B00E-1C987F5790FA}" presName="spaceRect" presStyleCnt="0"/>
      <dgm:spPr/>
    </dgm:pt>
    <dgm:pt modelId="{0BEA9B5B-56F1-48E0-88D8-6B6BC3134E62}" type="pres">
      <dgm:prSet presAssocID="{971EB2F7-15FA-479E-B00E-1C987F5790FA}" presName="textRect" presStyleLbl="revTx" presStyleIdx="1" presStyleCnt="3">
        <dgm:presLayoutVars>
          <dgm:chMax val="1"/>
          <dgm:chPref val="1"/>
        </dgm:presLayoutVars>
      </dgm:prSet>
      <dgm:spPr/>
    </dgm:pt>
    <dgm:pt modelId="{EA7715B8-1FB5-4DF0-8FCD-D22852AF8DE0}" type="pres">
      <dgm:prSet presAssocID="{9686269D-3A47-4728-BBBA-4AAF23BD47CF}" presName="sibTrans" presStyleCnt="0"/>
      <dgm:spPr/>
    </dgm:pt>
    <dgm:pt modelId="{EEF410E6-9725-44A7-A7ED-93AB906A5FA0}" type="pres">
      <dgm:prSet presAssocID="{51498C6F-0749-4D34-911C-6F96717A91B3}" presName="compNode" presStyleCnt="0"/>
      <dgm:spPr/>
    </dgm:pt>
    <dgm:pt modelId="{588D2345-4536-4611-B0FF-E1411AD1CEE5}" type="pres">
      <dgm:prSet presAssocID="{51498C6F-0749-4D34-911C-6F96717A91B3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ask"/>
        </a:ext>
      </dgm:extLst>
    </dgm:pt>
    <dgm:pt modelId="{3E1B6828-FAE1-4D51-B98A-80FFC354B8C2}" type="pres">
      <dgm:prSet presAssocID="{51498C6F-0749-4D34-911C-6F96717A91B3}" presName="spaceRect" presStyleCnt="0"/>
      <dgm:spPr/>
    </dgm:pt>
    <dgm:pt modelId="{E7FC2613-CE88-4FFB-A4D2-DD9AEB3CEFB9}" type="pres">
      <dgm:prSet presAssocID="{51498C6F-0749-4D34-911C-6F96717A91B3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DD17670F-C2CE-4F5A-AEA9-E4B79ABD4487}" type="presOf" srcId="{51498C6F-0749-4D34-911C-6F96717A91B3}" destId="{E7FC2613-CE88-4FFB-A4D2-DD9AEB3CEFB9}" srcOrd="0" destOrd="0" presId="urn:microsoft.com/office/officeart/2018/2/layout/IconLabelList"/>
    <dgm:cxn modelId="{A0AEA947-9B84-455C-B454-607CB2A53043}" srcId="{1B77B482-F486-44E9-815F-A40BAEEC0296}" destId="{51498C6F-0749-4D34-911C-6F96717A91B3}" srcOrd="2" destOrd="0" parTransId="{4C7F688D-8FE1-4196-81EA-703F3D0864CE}" sibTransId="{4A80D19B-7ABF-4858-97C1-7802C35ED80C}"/>
    <dgm:cxn modelId="{A7CC2852-156A-4543-9447-C3B25939B353}" srcId="{1B77B482-F486-44E9-815F-A40BAEEC0296}" destId="{3510CEBA-6CC0-4F1B-BB1A-335CD3C28832}" srcOrd="0" destOrd="0" parTransId="{ABDDE8F9-2BB1-4E22-B979-FABEF2754693}" sibTransId="{DFFB4F74-5AFA-4309-A593-7BFDBE86018C}"/>
    <dgm:cxn modelId="{5FFDAC53-09B7-4C06-B827-A6AE117357D8}" type="presOf" srcId="{3510CEBA-6CC0-4F1B-BB1A-335CD3C28832}" destId="{3424A3BA-D091-49C9-ACCD-060CBD6E1DF3}" srcOrd="0" destOrd="0" presId="urn:microsoft.com/office/officeart/2018/2/layout/IconLabelList"/>
    <dgm:cxn modelId="{95734181-2445-4DC4-83E5-9D44DEB4CBC4}" type="presOf" srcId="{1B77B482-F486-44E9-815F-A40BAEEC0296}" destId="{BFA52994-AB5F-4062-9B96-A4019E2FF37B}" srcOrd="0" destOrd="0" presId="urn:microsoft.com/office/officeart/2018/2/layout/IconLabelList"/>
    <dgm:cxn modelId="{BB906CBD-D5A0-4025-8F91-8D0B1A7D23E6}" srcId="{1B77B482-F486-44E9-815F-A40BAEEC0296}" destId="{971EB2F7-15FA-479E-B00E-1C987F5790FA}" srcOrd="1" destOrd="0" parTransId="{6C850688-7189-4AF2-89EB-A9082BEAAC2C}" sibTransId="{9686269D-3A47-4728-BBBA-4AAF23BD47CF}"/>
    <dgm:cxn modelId="{309976D2-02F6-44E1-A44D-525014F1D269}" type="presOf" srcId="{971EB2F7-15FA-479E-B00E-1C987F5790FA}" destId="{0BEA9B5B-56F1-48E0-88D8-6B6BC3134E62}" srcOrd="0" destOrd="0" presId="urn:microsoft.com/office/officeart/2018/2/layout/IconLabelList"/>
    <dgm:cxn modelId="{EE11489F-BD08-411A-9F16-368923C1FD52}" type="presParOf" srcId="{BFA52994-AB5F-4062-9B96-A4019E2FF37B}" destId="{DA60AEF7-E0A6-4492-A1DD-E468C3197488}" srcOrd="0" destOrd="0" presId="urn:microsoft.com/office/officeart/2018/2/layout/IconLabelList"/>
    <dgm:cxn modelId="{F5E0D02D-52E6-45BE-B0DF-70D9ADAB1C08}" type="presParOf" srcId="{DA60AEF7-E0A6-4492-A1DD-E468C3197488}" destId="{43639302-9525-4F24-A816-6044CF186457}" srcOrd="0" destOrd="0" presId="urn:microsoft.com/office/officeart/2018/2/layout/IconLabelList"/>
    <dgm:cxn modelId="{5F20EDE1-655F-40F0-B02D-21047D1121EC}" type="presParOf" srcId="{DA60AEF7-E0A6-4492-A1DD-E468C3197488}" destId="{0B88A011-DD79-42A4-A3D5-CAE599033F92}" srcOrd="1" destOrd="0" presId="urn:microsoft.com/office/officeart/2018/2/layout/IconLabelList"/>
    <dgm:cxn modelId="{937D18D5-03B5-4E6D-9B50-E1755D7A6390}" type="presParOf" srcId="{DA60AEF7-E0A6-4492-A1DD-E468C3197488}" destId="{3424A3BA-D091-49C9-ACCD-060CBD6E1DF3}" srcOrd="2" destOrd="0" presId="urn:microsoft.com/office/officeart/2018/2/layout/IconLabelList"/>
    <dgm:cxn modelId="{4CB4E6B9-A08A-4E1F-B38E-5ABB65A311BF}" type="presParOf" srcId="{BFA52994-AB5F-4062-9B96-A4019E2FF37B}" destId="{69343AD5-44F7-47DA-A69D-8E25BA28CF6E}" srcOrd="1" destOrd="0" presId="urn:microsoft.com/office/officeart/2018/2/layout/IconLabelList"/>
    <dgm:cxn modelId="{666E4CFA-C58C-49DE-A85A-5434EDE9426B}" type="presParOf" srcId="{BFA52994-AB5F-4062-9B96-A4019E2FF37B}" destId="{CB51C1ED-04C0-4205-B0C1-7F14FB0518A7}" srcOrd="2" destOrd="0" presId="urn:microsoft.com/office/officeart/2018/2/layout/IconLabelList"/>
    <dgm:cxn modelId="{16B6424D-4C04-42E8-BBE7-0A70AF666F37}" type="presParOf" srcId="{CB51C1ED-04C0-4205-B0C1-7F14FB0518A7}" destId="{12F5443B-1833-4B06-9B67-F6F4A07457E8}" srcOrd="0" destOrd="0" presId="urn:microsoft.com/office/officeart/2018/2/layout/IconLabelList"/>
    <dgm:cxn modelId="{197F2FE0-7469-4BEC-8E0C-215D3896BE1C}" type="presParOf" srcId="{CB51C1ED-04C0-4205-B0C1-7F14FB0518A7}" destId="{CE5C617A-8FB9-44AC-9DED-D6B96C0CF1D3}" srcOrd="1" destOrd="0" presId="urn:microsoft.com/office/officeart/2018/2/layout/IconLabelList"/>
    <dgm:cxn modelId="{1A94E2F0-59F0-4889-8176-696B74FD7FB1}" type="presParOf" srcId="{CB51C1ED-04C0-4205-B0C1-7F14FB0518A7}" destId="{0BEA9B5B-56F1-48E0-88D8-6B6BC3134E62}" srcOrd="2" destOrd="0" presId="urn:microsoft.com/office/officeart/2018/2/layout/IconLabelList"/>
    <dgm:cxn modelId="{0BCB1224-9DAF-49EB-B39C-1F3A925DD758}" type="presParOf" srcId="{BFA52994-AB5F-4062-9B96-A4019E2FF37B}" destId="{EA7715B8-1FB5-4DF0-8FCD-D22852AF8DE0}" srcOrd="3" destOrd="0" presId="urn:microsoft.com/office/officeart/2018/2/layout/IconLabelList"/>
    <dgm:cxn modelId="{C509F722-D3DC-4084-91AC-09EC8C4AD2FD}" type="presParOf" srcId="{BFA52994-AB5F-4062-9B96-A4019E2FF37B}" destId="{EEF410E6-9725-44A7-A7ED-93AB906A5FA0}" srcOrd="4" destOrd="0" presId="urn:microsoft.com/office/officeart/2018/2/layout/IconLabelList"/>
    <dgm:cxn modelId="{ACC5724A-4814-4136-8EE0-3915AE8886D8}" type="presParOf" srcId="{EEF410E6-9725-44A7-A7ED-93AB906A5FA0}" destId="{588D2345-4536-4611-B0FF-E1411AD1CEE5}" srcOrd="0" destOrd="0" presId="urn:microsoft.com/office/officeart/2018/2/layout/IconLabelList"/>
    <dgm:cxn modelId="{5A183B34-2167-46CF-B0EB-DFEB8FCBAFC4}" type="presParOf" srcId="{EEF410E6-9725-44A7-A7ED-93AB906A5FA0}" destId="{3E1B6828-FAE1-4D51-B98A-80FFC354B8C2}" srcOrd="1" destOrd="0" presId="urn:microsoft.com/office/officeart/2018/2/layout/IconLabelList"/>
    <dgm:cxn modelId="{CD1EE303-55D2-423E-8777-52C2A4B8FEED}" type="presParOf" srcId="{EEF410E6-9725-44A7-A7ED-93AB906A5FA0}" destId="{E7FC2613-CE88-4FFB-A4D2-DD9AEB3CEFB9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9DBFF68-1421-4E46-AE4A-31FD81F088AE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28C6E8B-6B35-40B0-B35C-5BB707E3F972}">
      <dgm:prSet/>
      <dgm:spPr/>
      <dgm:t>
        <a:bodyPr/>
        <a:lstStyle/>
        <a:p>
          <a:r>
            <a:rPr lang="en-IE"/>
            <a:t>Animals ingest plastic</a:t>
          </a:r>
          <a:endParaRPr lang="en-US"/>
        </a:p>
      </dgm:t>
    </dgm:pt>
    <dgm:pt modelId="{5880C993-4951-4A8E-8884-05FAB83B9F6C}" type="parTrans" cxnId="{D7662443-794A-4349-933A-2C19189D42BE}">
      <dgm:prSet/>
      <dgm:spPr/>
      <dgm:t>
        <a:bodyPr/>
        <a:lstStyle/>
        <a:p>
          <a:endParaRPr lang="en-US"/>
        </a:p>
      </dgm:t>
    </dgm:pt>
    <dgm:pt modelId="{A79D3AC5-1CFC-4986-8759-188960D61F73}" type="sibTrans" cxnId="{D7662443-794A-4349-933A-2C19189D42BE}">
      <dgm:prSet/>
      <dgm:spPr/>
      <dgm:t>
        <a:bodyPr/>
        <a:lstStyle/>
        <a:p>
          <a:endParaRPr lang="en-US"/>
        </a:p>
      </dgm:t>
    </dgm:pt>
    <dgm:pt modelId="{227EA7A3-95D6-401D-A728-CEB35EE7ACFF}">
      <dgm:prSet/>
      <dgm:spPr/>
      <dgm:t>
        <a:bodyPr/>
        <a:lstStyle/>
        <a:p>
          <a:r>
            <a:rPr lang="en-IE"/>
            <a:t>Entanglement</a:t>
          </a:r>
          <a:endParaRPr lang="en-US"/>
        </a:p>
      </dgm:t>
    </dgm:pt>
    <dgm:pt modelId="{E10D4089-740F-428D-948A-D78AA3106EE7}" type="parTrans" cxnId="{8A3F7BB7-8911-4374-BDC2-F98CAB28EE38}">
      <dgm:prSet/>
      <dgm:spPr/>
      <dgm:t>
        <a:bodyPr/>
        <a:lstStyle/>
        <a:p>
          <a:endParaRPr lang="en-US"/>
        </a:p>
      </dgm:t>
    </dgm:pt>
    <dgm:pt modelId="{075E5110-5E26-4698-A063-9344B8AE0A89}" type="sibTrans" cxnId="{8A3F7BB7-8911-4374-BDC2-F98CAB28EE38}">
      <dgm:prSet/>
      <dgm:spPr/>
      <dgm:t>
        <a:bodyPr/>
        <a:lstStyle/>
        <a:p>
          <a:endParaRPr lang="en-US"/>
        </a:p>
      </dgm:t>
    </dgm:pt>
    <dgm:pt modelId="{0CBB282E-69D9-49B1-81EE-B6E2162A5E67}">
      <dgm:prSet/>
      <dgm:spPr/>
      <dgm:t>
        <a:bodyPr/>
        <a:lstStyle/>
        <a:p>
          <a:r>
            <a:rPr lang="en-IE"/>
            <a:t>Microplastics in food chain</a:t>
          </a:r>
          <a:endParaRPr lang="en-US"/>
        </a:p>
      </dgm:t>
    </dgm:pt>
    <dgm:pt modelId="{DA473F2A-2803-4B4C-A774-320219E7AB33}" type="parTrans" cxnId="{8FEF5794-196D-40DE-A9BB-8718DD5DCE09}">
      <dgm:prSet/>
      <dgm:spPr/>
      <dgm:t>
        <a:bodyPr/>
        <a:lstStyle/>
        <a:p>
          <a:endParaRPr lang="en-US"/>
        </a:p>
      </dgm:t>
    </dgm:pt>
    <dgm:pt modelId="{BB260A7E-FEB6-480B-8A7C-BF50ED7401B6}" type="sibTrans" cxnId="{8FEF5794-196D-40DE-A9BB-8718DD5DCE09}">
      <dgm:prSet/>
      <dgm:spPr/>
      <dgm:t>
        <a:bodyPr/>
        <a:lstStyle/>
        <a:p>
          <a:endParaRPr lang="en-US"/>
        </a:p>
      </dgm:t>
    </dgm:pt>
    <dgm:pt modelId="{D1773C48-FC2A-4339-82D2-91D3A0CBC191}">
      <dgm:prSet/>
      <dgm:spPr/>
      <dgm:t>
        <a:bodyPr/>
        <a:lstStyle/>
        <a:p>
          <a:r>
            <a:rPr lang="en-IE"/>
            <a:t>Birds/Fish killed by oil</a:t>
          </a:r>
          <a:endParaRPr lang="en-US"/>
        </a:p>
      </dgm:t>
    </dgm:pt>
    <dgm:pt modelId="{31E4822E-3410-4E3D-A35F-B3F2CA6ED28B}" type="parTrans" cxnId="{4D2CDAAE-01E8-4A7A-8095-ED2960A300CE}">
      <dgm:prSet/>
      <dgm:spPr/>
      <dgm:t>
        <a:bodyPr/>
        <a:lstStyle/>
        <a:p>
          <a:endParaRPr lang="en-US"/>
        </a:p>
      </dgm:t>
    </dgm:pt>
    <dgm:pt modelId="{F66273DA-DC6F-412B-AFD5-424BB9E816DE}" type="sibTrans" cxnId="{4D2CDAAE-01E8-4A7A-8095-ED2960A300CE}">
      <dgm:prSet/>
      <dgm:spPr/>
      <dgm:t>
        <a:bodyPr/>
        <a:lstStyle/>
        <a:p>
          <a:endParaRPr lang="en-US"/>
        </a:p>
      </dgm:t>
    </dgm:pt>
    <dgm:pt modelId="{C775A0F5-AC0D-4CD1-96F7-EBCC1FC0857A}" type="pres">
      <dgm:prSet presAssocID="{F9DBFF68-1421-4E46-AE4A-31FD81F088AE}" presName="linear" presStyleCnt="0">
        <dgm:presLayoutVars>
          <dgm:animLvl val="lvl"/>
          <dgm:resizeHandles val="exact"/>
        </dgm:presLayoutVars>
      </dgm:prSet>
      <dgm:spPr/>
    </dgm:pt>
    <dgm:pt modelId="{0ABB0AD3-3FA9-44B1-9E28-CE0858A3071F}" type="pres">
      <dgm:prSet presAssocID="{F28C6E8B-6B35-40B0-B35C-5BB707E3F97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2160A06-4574-4632-B0B1-3C28A66688F2}" type="pres">
      <dgm:prSet presAssocID="{A79D3AC5-1CFC-4986-8759-188960D61F73}" presName="spacer" presStyleCnt="0"/>
      <dgm:spPr/>
    </dgm:pt>
    <dgm:pt modelId="{E95AD88E-726B-4CC9-8B28-BD5CAA05FACD}" type="pres">
      <dgm:prSet presAssocID="{227EA7A3-95D6-401D-A728-CEB35EE7ACF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02CC737-1449-4503-B080-612A282D145C}" type="pres">
      <dgm:prSet presAssocID="{075E5110-5E26-4698-A063-9344B8AE0A89}" presName="spacer" presStyleCnt="0"/>
      <dgm:spPr/>
    </dgm:pt>
    <dgm:pt modelId="{C7AFFEE3-35B6-4CBC-92B7-5632D3C2DC90}" type="pres">
      <dgm:prSet presAssocID="{0CBB282E-69D9-49B1-81EE-B6E2162A5E6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F40ACFF-4099-4741-B0C2-66BC74FA2ECA}" type="pres">
      <dgm:prSet presAssocID="{BB260A7E-FEB6-480B-8A7C-BF50ED7401B6}" presName="spacer" presStyleCnt="0"/>
      <dgm:spPr/>
    </dgm:pt>
    <dgm:pt modelId="{C1F24008-8C34-4654-BABA-E3491F2F0553}" type="pres">
      <dgm:prSet presAssocID="{D1773C48-FC2A-4339-82D2-91D3A0CBC191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4E864806-23E5-4087-AD2C-D6415C1034D2}" type="presOf" srcId="{D1773C48-FC2A-4339-82D2-91D3A0CBC191}" destId="{C1F24008-8C34-4654-BABA-E3491F2F0553}" srcOrd="0" destOrd="0" presId="urn:microsoft.com/office/officeart/2005/8/layout/vList2"/>
    <dgm:cxn modelId="{D7662443-794A-4349-933A-2C19189D42BE}" srcId="{F9DBFF68-1421-4E46-AE4A-31FD81F088AE}" destId="{F28C6E8B-6B35-40B0-B35C-5BB707E3F972}" srcOrd="0" destOrd="0" parTransId="{5880C993-4951-4A8E-8884-05FAB83B9F6C}" sibTransId="{A79D3AC5-1CFC-4986-8759-188960D61F73}"/>
    <dgm:cxn modelId="{66849169-0B1F-422F-ACE7-B3427BD481A9}" type="presOf" srcId="{0CBB282E-69D9-49B1-81EE-B6E2162A5E67}" destId="{C7AFFEE3-35B6-4CBC-92B7-5632D3C2DC90}" srcOrd="0" destOrd="0" presId="urn:microsoft.com/office/officeart/2005/8/layout/vList2"/>
    <dgm:cxn modelId="{62FF9B4F-76C3-456A-86B9-E9964E2F86F8}" type="presOf" srcId="{F28C6E8B-6B35-40B0-B35C-5BB707E3F972}" destId="{0ABB0AD3-3FA9-44B1-9E28-CE0858A3071F}" srcOrd="0" destOrd="0" presId="urn:microsoft.com/office/officeart/2005/8/layout/vList2"/>
    <dgm:cxn modelId="{8FEF5794-196D-40DE-A9BB-8718DD5DCE09}" srcId="{F9DBFF68-1421-4E46-AE4A-31FD81F088AE}" destId="{0CBB282E-69D9-49B1-81EE-B6E2162A5E67}" srcOrd="2" destOrd="0" parTransId="{DA473F2A-2803-4B4C-A774-320219E7AB33}" sibTransId="{BB260A7E-FEB6-480B-8A7C-BF50ED7401B6}"/>
    <dgm:cxn modelId="{4D2CDAAE-01E8-4A7A-8095-ED2960A300CE}" srcId="{F9DBFF68-1421-4E46-AE4A-31FD81F088AE}" destId="{D1773C48-FC2A-4339-82D2-91D3A0CBC191}" srcOrd="3" destOrd="0" parTransId="{31E4822E-3410-4E3D-A35F-B3F2CA6ED28B}" sibTransId="{F66273DA-DC6F-412B-AFD5-424BB9E816DE}"/>
    <dgm:cxn modelId="{8A3F7BB7-8911-4374-BDC2-F98CAB28EE38}" srcId="{F9DBFF68-1421-4E46-AE4A-31FD81F088AE}" destId="{227EA7A3-95D6-401D-A728-CEB35EE7ACFF}" srcOrd="1" destOrd="0" parTransId="{E10D4089-740F-428D-948A-D78AA3106EE7}" sibTransId="{075E5110-5E26-4698-A063-9344B8AE0A89}"/>
    <dgm:cxn modelId="{0199B3E1-A463-4352-867E-3DE081426C78}" type="presOf" srcId="{227EA7A3-95D6-401D-A728-CEB35EE7ACFF}" destId="{E95AD88E-726B-4CC9-8B28-BD5CAA05FACD}" srcOrd="0" destOrd="0" presId="urn:microsoft.com/office/officeart/2005/8/layout/vList2"/>
    <dgm:cxn modelId="{C8C1B6E7-CC2B-444A-A3EF-EA962C1AFC68}" type="presOf" srcId="{F9DBFF68-1421-4E46-AE4A-31FD81F088AE}" destId="{C775A0F5-AC0D-4CD1-96F7-EBCC1FC0857A}" srcOrd="0" destOrd="0" presId="urn:microsoft.com/office/officeart/2005/8/layout/vList2"/>
    <dgm:cxn modelId="{1901E1AD-88C6-4764-ACEE-25629EAB7956}" type="presParOf" srcId="{C775A0F5-AC0D-4CD1-96F7-EBCC1FC0857A}" destId="{0ABB0AD3-3FA9-44B1-9E28-CE0858A3071F}" srcOrd="0" destOrd="0" presId="urn:microsoft.com/office/officeart/2005/8/layout/vList2"/>
    <dgm:cxn modelId="{4CA18B17-AD99-45A3-93C3-DEBC3447EE8D}" type="presParOf" srcId="{C775A0F5-AC0D-4CD1-96F7-EBCC1FC0857A}" destId="{32160A06-4574-4632-B0B1-3C28A66688F2}" srcOrd="1" destOrd="0" presId="urn:microsoft.com/office/officeart/2005/8/layout/vList2"/>
    <dgm:cxn modelId="{C731A12E-C558-4B30-8F64-B2637CA23508}" type="presParOf" srcId="{C775A0F5-AC0D-4CD1-96F7-EBCC1FC0857A}" destId="{E95AD88E-726B-4CC9-8B28-BD5CAA05FACD}" srcOrd="2" destOrd="0" presId="urn:microsoft.com/office/officeart/2005/8/layout/vList2"/>
    <dgm:cxn modelId="{48D8C80B-591F-4422-8096-E858BA571402}" type="presParOf" srcId="{C775A0F5-AC0D-4CD1-96F7-EBCC1FC0857A}" destId="{C02CC737-1449-4503-B080-612A282D145C}" srcOrd="3" destOrd="0" presId="urn:microsoft.com/office/officeart/2005/8/layout/vList2"/>
    <dgm:cxn modelId="{760E4331-C04E-4FAA-9DDE-F781917B29B9}" type="presParOf" srcId="{C775A0F5-AC0D-4CD1-96F7-EBCC1FC0857A}" destId="{C7AFFEE3-35B6-4CBC-92B7-5632D3C2DC90}" srcOrd="4" destOrd="0" presId="urn:microsoft.com/office/officeart/2005/8/layout/vList2"/>
    <dgm:cxn modelId="{960CAD98-1A58-4F4B-A54F-D5793284E4D7}" type="presParOf" srcId="{C775A0F5-AC0D-4CD1-96F7-EBCC1FC0857A}" destId="{8F40ACFF-4099-4741-B0C2-66BC74FA2ECA}" srcOrd="5" destOrd="0" presId="urn:microsoft.com/office/officeart/2005/8/layout/vList2"/>
    <dgm:cxn modelId="{AD412582-6DA5-40E6-8A8D-CD2A9EC8F544}" type="presParOf" srcId="{C775A0F5-AC0D-4CD1-96F7-EBCC1FC0857A}" destId="{C1F24008-8C34-4654-BABA-E3491F2F0553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D2B09FA-C3A0-41CC-8773-B66126AE4B3E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F6C7886-69ED-4577-8147-F6C6C14F56E5}">
      <dgm:prSet/>
      <dgm:spPr/>
      <dgm:t>
        <a:bodyPr/>
        <a:lstStyle/>
        <a:p>
          <a:r>
            <a:rPr lang="en-IE"/>
            <a:t>Excessive fishing</a:t>
          </a:r>
          <a:endParaRPr lang="en-US"/>
        </a:p>
      </dgm:t>
    </dgm:pt>
    <dgm:pt modelId="{1E307363-FB09-4504-88EB-509D7EFBD57A}" type="parTrans" cxnId="{6E57BBE5-60EF-4E23-9367-4F527A310980}">
      <dgm:prSet/>
      <dgm:spPr/>
      <dgm:t>
        <a:bodyPr/>
        <a:lstStyle/>
        <a:p>
          <a:endParaRPr lang="en-US"/>
        </a:p>
      </dgm:t>
    </dgm:pt>
    <dgm:pt modelId="{B8800117-F084-4EFC-94DC-0DC43BD58C6C}" type="sibTrans" cxnId="{6E57BBE5-60EF-4E23-9367-4F527A310980}">
      <dgm:prSet/>
      <dgm:spPr/>
      <dgm:t>
        <a:bodyPr/>
        <a:lstStyle/>
        <a:p>
          <a:endParaRPr lang="en-US"/>
        </a:p>
      </dgm:t>
    </dgm:pt>
    <dgm:pt modelId="{0CB7199F-1ADC-4F40-AC10-CA08AC2F2007}">
      <dgm:prSet/>
      <dgm:spPr/>
      <dgm:t>
        <a:bodyPr/>
        <a:lstStyle/>
        <a:p>
          <a:r>
            <a:rPr lang="en-IE"/>
            <a:t>Illegal fishing</a:t>
          </a:r>
          <a:endParaRPr lang="en-US"/>
        </a:p>
      </dgm:t>
    </dgm:pt>
    <dgm:pt modelId="{D51E4034-E134-42B5-AFE7-73CF475CD54A}" type="parTrans" cxnId="{0BBCD882-9BE6-4CED-8879-C21545DEBBF8}">
      <dgm:prSet/>
      <dgm:spPr/>
      <dgm:t>
        <a:bodyPr/>
        <a:lstStyle/>
        <a:p>
          <a:endParaRPr lang="en-US"/>
        </a:p>
      </dgm:t>
    </dgm:pt>
    <dgm:pt modelId="{5F23B67A-56A0-4AC2-9A4B-90403A208279}" type="sibTrans" cxnId="{0BBCD882-9BE6-4CED-8879-C21545DEBBF8}">
      <dgm:prSet/>
      <dgm:spPr/>
      <dgm:t>
        <a:bodyPr/>
        <a:lstStyle/>
        <a:p>
          <a:endParaRPr lang="en-US"/>
        </a:p>
      </dgm:t>
    </dgm:pt>
    <dgm:pt modelId="{19360901-9E92-483E-9F03-AC78721818E8}">
      <dgm:prSet/>
      <dgm:spPr/>
      <dgm:t>
        <a:bodyPr/>
        <a:lstStyle/>
        <a:p>
          <a:r>
            <a:rPr lang="en-IE"/>
            <a:t>Declining fish population</a:t>
          </a:r>
          <a:endParaRPr lang="en-US"/>
        </a:p>
      </dgm:t>
    </dgm:pt>
    <dgm:pt modelId="{37F467CA-5AEA-4660-A98A-6E79FB7C2CE0}" type="parTrans" cxnId="{7129E314-77E8-4B32-8C70-5282C8438BD8}">
      <dgm:prSet/>
      <dgm:spPr/>
      <dgm:t>
        <a:bodyPr/>
        <a:lstStyle/>
        <a:p>
          <a:endParaRPr lang="en-US"/>
        </a:p>
      </dgm:t>
    </dgm:pt>
    <dgm:pt modelId="{55F6690E-8791-497B-A7D1-42F6B03C1EFC}" type="sibTrans" cxnId="{7129E314-77E8-4B32-8C70-5282C8438BD8}">
      <dgm:prSet/>
      <dgm:spPr/>
      <dgm:t>
        <a:bodyPr/>
        <a:lstStyle/>
        <a:p>
          <a:endParaRPr lang="en-US"/>
        </a:p>
      </dgm:t>
    </dgm:pt>
    <dgm:pt modelId="{362E3924-780D-4F3B-9E01-66EB95155F9E}">
      <dgm:prSet/>
      <dgm:spPr/>
      <dgm:t>
        <a:bodyPr/>
        <a:lstStyle/>
        <a:p>
          <a:r>
            <a:rPr lang="en-IE"/>
            <a:t>Impacts food supply</a:t>
          </a:r>
          <a:endParaRPr lang="en-US"/>
        </a:p>
      </dgm:t>
    </dgm:pt>
    <dgm:pt modelId="{CAA9D95A-E3A1-4D28-8176-E8805F534873}" type="parTrans" cxnId="{BD2AA4AB-60C8-4AC0-892F-7F2CB3B602F7}">
      <dgm:prSet/>
      <dgm:spPr/>
      <dgm:t>
        <a:bodyPr/>
        <a:lstStyle/>
        <a:p>
          <a:endParaRPr lang="en-US"/>
        </a:p>
      </dgm:t>
    </dgm:pt>
    <dgm:pt modelId="{78DF937A-2E03-444F-9EAF-AC4FE686E73A}" type="sibTrans" cxnId="{BD2AA4AB-60C8-4AC0-892F-7F2CB3B602F7}">
      <dgm:prSet/>
      <dgm:spPr/>
      <dgm:t>
        <a:bodyPr/>
        <a:lstStyle/>
        <a:p>
          <a:endParaRPr lang="en-US"/>
        </a:p>
      </dgm:t>
    </dgm:pt>
    <dgm:pt modelId="{808CB80A-33D5-44B8-A576-792CB0203A15}" type="pres">
      <dgm:prSet presAssocID="{6D2B09FA-C3A0-41CC-8773-B66126AE4B3E}" presName="linear" presStyleCnt="0">
        <dgm:presLayoutVars>
          <dgm:animLvl val="lvl"/>
          <dgm:resizeHandles val="exact"/>
        </dgm:presLayoutVars>
      </dgm:prSet>
      <dgm:spPr/>
    </dgm:pt>
    <dgm:pt modelId="{71EB7E05-8F46-4D3F-9194-47DE46F0B72E}" type="pres">
      <dgm:prSet presAssocID="{BF6C7886-69ED-4577-8147-F6C6C14F56E5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B3C5C68-3A4E-47B7-B900-911BCA753D20}" type="pres">
      <dgm:prSet presAssocID="{B8800117-F084-4EFC-94DC-0DC43BD58C6C}" presName="spacer" presStyleCnt="0"/>
      <dgm:spPr/>
    </dgm:pt>
    <dgm:pt modelId="{408FF7F1-BCF2-4607-8291-E3DDD8DE5E8E}" type="pres">
      <dgm:prSet presAssocID="{0CB7199F-1ADC-4F40-AC10-CA08AC2F200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8C637CC-AF91-40E3-83EF-3456B239E12E}" type="pres">
      <dgm:prSet presAssocID="{5F23B67A-56A0-4AC2-9A4B-90403A208279}" presName="spacer" presStyleCnt="0"/>
      <dgm:spPr/>
    </dgm:pt>
    <dgm:pt modelId="{E6EFDF56-0B42-4921-87F5-7BCA21E7764B}" type="pres">
      <dgm:prSet presAssocID="{19360901-9E92-483E-9F03-AC78721818E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1C66AC82-223C-4524-97D1-6F0A9D2483B7}" type="pres">
      <dgm:prSet presAssocID="{55F6690E-8791-497B-A7D1-42F6B03C1EFC}" presName="spacer" presStyleCnt="0"/>
      <dgm:spPr/>
    </dgm:pt>
    <dgm:pt modelId="{D7ED828A-9871-4B24-B0D6-B6A5E1404B9D}" type="pres">
      <dgm:prSet presAssocID="{362E3924-780D-4F3B-9E01-66EB95155F9E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7129E314-77E8-4B32-8C70-5282C8438BD8}" srcId="{6D2B09FA-C3A0-41CC-8773-B66126AE4B3E}" destId="{19360901-9E92-483E-9F03-AC78721818E8}" srcOrd="2" destOrd="0" parTransId="{37F467CA-5AEA-4660-A98A-6E79FB7C2CE0}" sibTransId="{55F6690E-8791-497B-A7D1-42F6B03C1EFC}"/>
    <dgm:cxn modelId="{9B7D2C28-6DBF-499E-8D0B-764BBAF561A2}" type="presOf" srcId="{6D2B09FA-C3A0-41CC-8773-B66126AE4B3E}" destId="{808CB80A-33D5-44B8-A576-792CB0203A15}" srcOrd="0" destOrd="0" presId="urn:microsoft.com/office/officeart/2005/8/layout/vList2"/>
    <dgm:cxn modelId="{8B638041-DCC9-4440-A989-9E35F060D0EB}" type="presOf" srcId="{0CB7199F-1ADC-4F40-AC10-CA08AC2F2007}" destId="{408FF7F1-BCF2-4607-8291-E3DDD8DE5E8E}" srcOrd="0" destOrd="0" presId="urn:microsoft.com/office/officeart/2005/8/layout/vList2"/>
    <dgm:cxn modelId="{1D17777C-2575-436E-81D6-6A6537636C42}" type="presOf" srcId="{19360901-9E92-483E-9F03-AC78721818E8}" destId="{E6EFDF56-0B42-4921-87F5-7BCA21E7764B}" srcOrd="0" destOrd="0" presId="urn:microsoft.com/office/officeart/2005/8/layout/vList2"/>
    <dgm:cxn modelId="{0BBCD882-9BE6-4CED-8879-C21545DEBBF8}" srcId="{6D2B09FA-C3A0-41CC-8773-B66126AE4B3E}" destId="{0CB7199F-1ADC-4F40-AC10-CA08AC2F2007}" srcOrd="1" destOrd="0" parTransId="{D51E4034-E134-42B5-AFE7-73CF475CD54A}" sibTransId="{5F23B67A-56A0-4AC2-9A4B-90403A208279}"/>
    <dgm:cxn modelId="{BD2AA4AB-60C8-4AC0-892F-7F2CB3B602F7}" srcId="{6D2B09FA-C3A0-41CC-8773-B66126AE4B3E}" destId="{362E3924-780D-4F3B-9E01-66EB95155F9E}" srcOrd="3" destOrd="0" parTransId="{CAA9D95A-E3A1-4D28-8176-E8805F534873}" sibTransId="{78DF937A-2E03-444F-9EAF-AC4FE686E73A}"/>
    <dgm:cxn modelId="{D8D69AC2-2EC9-4D59-9C0E-2B275D9B0782}" type="presOf" srcId="{362E3924-780D-4F3B-9E01-66EB95155F9E}" destId="{D7ED828A-9871-4B24-B0D6-B6A5E1404B9D}" srcOrd="0" destOrd="0" presId="urn:microsoft.com/office/officeart/2005/8/layout/vList2"/>
    <dgm:cxn modelId="{518055CD-7A6D-4D5B-AE5A-6D37A16CEEBD}" type="presOf" srcId="{BF6C7886-69ED-4577-8147-F6C6C14F56E5}" destId="{71EB7E05-8F46-4D3F-9194-47DE46F0B72E}" srcOrd="0" destOrd="0" presId="urn:microsoft.com/office/officeart/2005/8/layout/vList2"/>
    <dgm:cxn modelId="{6E57BBE5-60EF-4E23-9367-4F527A310980}" srcId="{6D2B09FA-C3A0-41CC-8773-B66126AE4B3E}" destId="{BF6C7886-69ED-4577-8147-F6C6C14F56E5}" srcOrd="0" destOrd="0" parTransId="{1E307363-FB09-4504-88EB-509D7EFBD57A}" sibTransId="{B8800117-F084-4EFC-94DC-0DC43BD58C6C}"/>
    <dgm:cxn modelId="{253360B2-7434-439D-87E9-9F9205D9ACFD}" type="presParOf" srcId="{808CB80A-33D5-44B8-A576-792CB0203A15}" destId="{71EB7E05-8F46-4D3F-9194-47DE46F0B72E}" srcOrd="0" destOrd="0" presId="urn:microsoft.com/office/officeart/2005/8/layout/vList2"/>
    <dgm:cxn modelId="{DEFAAC29-48DE-4EF2-A435-838B69155947}" type="presParOf" srcId="{808CB80A-33D5-44B8-A576-792CB0203A15}" destId="{6B3C5C68-3A4E-47B7-B900-911BCA753D20}" srcOrd="1" destOrd="0" presId="urn:microsoft.com/office/officeart/2005/8/layout/vList2"/>
    <dgm:cxn modelId="{6EDFF4BB-1D28-4F23-9046-BEB232807FA5}" type="presParOf" srcId="{808CB80A-33D5-44B8-A576-792CB0203A15}" destId="{408FF7F1-BCF2-4607-8291-E3DDD8DE5E8E}" srcOrd="2" destOrd="0" presId="urn:microsoft.com/office/officeart/2005/8/layout/vList2"/>
    <dgm:cxn modelId="{1D33E8CA-B4D1-4B45-A5BA-796AB2D58A1F}" type="presParOf" srcId="{808CB80A-33D5-44B8-A576-792CB0203A15}" destId="{78C637CC-AF91-40E3-83EF-3456B239E12E}" srcOrd="3" destOrd="0" presId="urn:microsoft.com/office/officeart/2005/8/layout/vList2"/>
    <dgm:cxn modelId="{15872103-455B-4001-9CD5-2C9679482A8F}" type="presParOf" srcId="{808CB80A-33D5-44B8-A576-792CB0203A15}" destId="{E6EFDF56-0B42-4921-87F5-7BCA21E7764B}" srcOrd="4" destOrd="0" presId="urn:microsoft.com/office/officeart/2005/8/layout/vList2"/>
    <dgm:cxn modelId="{153CE5A0-0EC0-4912-939C-CDC5B0DB587C}" type="presParOf" srcId="{808CB80A-33D5-44B8-A576-792CB0203A15}" destId="{1C66AC82-223C-4524-97D1-6F0A9D2483B7}" srcOrd="5" destOrd="0" presId="urn:microsoft.com/office/officeart/2005/8/layout/vList2"/>
    <dgm:cxn modelId="{298A8B77-B2A2-4E78-A547-6DDC75FEEF67}" type="presParOf" srcId="{808CB80A-33D5-44B8-A576-792CB0203A15}" destId="{D7ED828A-9871-4B24-B0D6-B6A5E1404B9D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959AE073-3C5E-47CD-AC90-C5FFFF30DC49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025C17C8-B366-47ED-A082-6C5977D027D9}">
      <dgm:prSet/>
      <dgm:spPr/>
      <dgm:t>
        <a:bodyPr/>
        <a:lstStyle/>
        <a:p>
          <a:r>
            <a:rPr lang="en-IE"/>
            <a:t>Rising ocean temperature</a:t>
          </a:r>
          <a:endParaRPr lang="en-US"/>
        </a:p>
      </dgm:t>
    </dgm:pt>
    <dgm:pt modelId="{D8856FA7-5903-4970-8D0D-E9026C3E66DF}" type="parTrans" cxnId="{C66A283A-AAD3-4AE6-BD87-72F6687EBFA8}">
      <dgm:prSet/>
      <dgm:spPr/>
      <dgm:t>
        <a:bodyPr/>
        <a:lstStyle/>
        <a:p>
          <a:endParaRPr lang="en-US"/>
        </a:p>
      </dgm:t>
    </dgm:pt>
    <dgm:pt modelId="{F9B7944D-342D-45E6-86E4-94802933ECE9}" type="sibTrans" cxnId="{C66A283A-AAD3-4AE6-BD87-72F6687EBFA8}">
      <dgm:prSet/>
      <dgm:spPr/>
      <dgm:t>
        <a:bodyPr/>
        <a:lstStyle/>
        <a:p>
          <a:endParaRPr lang="en-US"/>
        </a:p>
      </dgm:t>
    </dgm:pt>
    <dgm:pt modelId="{2BC1BB69-47D0-47B8-AFCB-B0600272CEB1}">
      <dgm:prSet/>
      <dgm:spPr/>
      <dgm:t>
        <a:bodyPr/>
        <a:lstStyle/>
        <a:p>
          <a:r>
            <a:rPr lang="en-IE"/>
            <a:t>Coral bleaching – expel symbiotic algae – vulnerable starvation/death</a:t>
          </a:r>
          <a:endParaRPr lang="en-US"/>
        </a:p>
      </dgm:t>
    </dgm:pt>
    <dgm:pt modelId="{0F076B79-F301-40C9-A367-5317E2319BD8}" type="parTrans" cxnId="{4CB5220A-3D36-474B-995A-C744F396AC36}">
      <dgm:prSet/>
      <dgm:spPr/>
      <dgm:t>
        <a:bodyPr/>
        <a:lstStyle/>
        <a:p>
          <a:endParaRPr lang="en-US"/>
        </a:p>
      </dgm:t>
    </dgm:pt>
    <dgm:pt modelId="{7B519674-A55B-474B-9BC6-ACFCE16796A4}" type="sibTrans" cxnId="{4CB5220A-3D36-474B-995A-C744F396AC36}">
      <dgm:prSet/>
      <dgm:spPr/>
      <dgm:t>
        <a:bodyPr/>
        <a:lstStyle/>
        <a:p>
          <a:endParaRPr lang="en-US"/>
        </a:p>
      </dgm:t>
    </dgm:pt>
    <dgm:pt modelId="{70DA4DA0-795A-4AF6-86AA-9163D7DA27D0}">
      <dgm:prSet/>
      <dgm:spPr/>
      <dgm:t>
        <a:bodyPr/>
        <a:lstStyle/>
        <a:p>
          <a:r>
            <a:rPr lang="en-IE"/>
            <a:t>Sea level rise</a:t>
          </a:r>
          <a:endParaRPr lang="en-US"/>
        </a:p>
      </dgm:t>
    </dgm:pt>
    <dgm:pt modelId="{F732FBE1-46E1-4A24-A7CB-59801E605819}" type="parTrans" cxnId="{0156807B-D147-4AC2-9589-0343D3642C62}">
      <dgm:prSet/>
      <dgm:spPr/>
      <dgm:t>
        <a:bodyPr/>
        <a:lstStyle/>
        <a:p>
          <a:endParaRPr lang="en-US"/>
        </a:p>
      </dgm:t>
    </dgm:pt>
    <dgm:pt modelId="{27F53275-D3B6-470D-9E55-0CC37D47CE85}" type="sibTrans" cxnId="{0156807B-D147-4AC2-9589-0343D3642C62}">
      <dgm:prSet/>
      <dgm:spPr/>
      <dgm:t>
        <a:bodyPr/>
        <a:lstStyle/>
        <a:p>
          <a:endParaRPr lang="en-US"/>
        </a:p>
      </dgm:t>
    </dgm:pt>
    <dgm:pt modelId="{C1789AC9-C57A-47E8-830F-96B4AEE24382}" type="pres">
      <dgm:prSet presAssocID="{959AE073-3C5E-47CD-AC90-C5FFFF30DC49}" presName="linear" presStyleCnt="0">
        <dgm:presLayoutVars>
          <dgm:animLvl val="lvl"/>
          <dgm:resizeHandles val="exact"/>
        </dgm:presLayoutVars>
      </dgm:prSet>
      <dgm:spPr/>
    </dgm:pt>
    <dgm:pt modelId="{9675EA6D-A16A-4155-9B9F-DBEBFC157884}" type="pres">
      <dgm:prSet presAssocID="{025C17C8-B366-47ED-A082-6C5977D027D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B2051789-3F8B-4E2D-ACF1-85E210F4A0D2}" type="pres">
      <dgm:prSet presAssocID="{F9B7944D-342D-45E6-86E4-94802933ECE9}" presName="spacer" presStyleCnt="0"/>
      <dgm:spPr/>
    </dgm:pt>
    <dgm:pt modelId="{DB82E893-5C13-44BA-89E6-33BDBE25BF37}" type="pres">
      <dgm:prSet presAssocID="{2BC1BB69-47D0-47B8-AFCB-B0600272CEB1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FB9B2BDE-9383-4FEA-BA70-965D1DDFE817}" type="pres">
      <dgm:prSet presAssocID="{7B519674-A55B-474B-9BC6-ACFCE16796A4}" presName="spacer" presStyleCnt="0"/>
      <dgm:spPr/>
    </dgm:pt>
    <dgm:pt modelId="{18E623B0-BD8E-4B52-BFA7-008442FD736D}" type="pres">
      <dgm:prSet presAssocID="{70DA4DA0-795A-4AF6-86AA-9163D7DA27D0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4CB5220A-3D36-474B-995A-C744F396AC36}" srcId="{959AE073-3C5E-47CD-AC90-C5FFFF30DC49}" destId="{2BC1BB69-47D0-47B8-AFCB-B0600272CEB1}" srcOrd="1" destOrd="0" parTransId="{0F076B79-F301-40C9-A367-5317E2319BD8}" sibTransId="{7B519674-A55B-474B-9BC6-ACFCE16796A4}"/>
    <dgm:cxn modelId="{C66A283A-AAD3-4AE6-BD87-72F6687EBFA8}" srcId="{959AE073-3C5E-47CD-AC90-C5FFFF30DC49}" destId="{025C17C8-B366-47ED-A082-6C5977D027D9}" srcOrd="0" destOrd="0" parTransId="{D8856FA7-5903-4970-8D0D-E9026C3E66DF}" sibTransId="{F9B7944D-342D-45E6-86E4-94802933ECE9}"/>
    <dgm:cxn modelId="{9B55B244-07F8-4D74-90AE-C48B745310B2}" type="presOf" srcId="{2BC1BB69-47D0-47B8-AFCB-B0600272CEB1}" destId="{DB82E893-5C13-44BA-89E6-33BDBE25BF37}" srcOrd="0" destOrd="0" presId="urn:microsoft.com/office/officeart/2005/8/layout/vList2"/>
    <dgm:cxn modelId="{0156807B-D147-4AC2-9589-0343D3642C62}" srcId="{959AE073-3C5E-47CD-AC90-C5FFFF30DC49}" destId="{70DA4DA0-795A-4AF6-86AA-9163D7DA27D0}" srcOrd="2" destOrd="0" parTransId="{F732FBE1-46E1-4A24-A7CB-59801E605819}" sibTransId="{27F53275-D3B6-470D-9E55-0CC37D47CE85}"/>
    <dgm:cxn modelId="{CF8D908E-5842-41D8-8BFB-5FB59AD992B8}" type="presOf" srcId="{70DA4DA0-795A-4AF6-86AA-9163D7DA27D0}" destId="{18E623B0-BD8E-4B52-BFA7-008442FD736D}" srcOrd="0" destOrd="0" presId="urn:microsoft.com/office/officeart/2005/8/layout/vList2"/>
    <dgm:cxn modelId="{63A30E96-133D-4468-8C3B-B6DA13CE389E}" type="presOf" srcId="{959AE073-3C5E-47CD-AC90-C5FFFF30DC49}" destId="{C1789AC9-C57A-47E8-830F-96B4AEE24382}" srcOrd="0" destOrd="0" presId="urn:microsoft.com/office/officeart/2005/8/layout/vList2"/>
    <dgm:cxn modelId="{7C86C6C0-3562-4B11-8627-AC92DE12F9B1}" type="presOf" srcId="{025C17C8-B366-47ED-A082-6C5977D027D9}" destId="{9675EA6D-A16A-4155-9B9F-DBEBFC157884}" srcOrd="0" destOrd="0" presId="urn:microsoft.com/office/officeart/2005/8/layout/vList2"/>
    <dgm:cxn modelId="{042D7290-8D99-4DC5-AF82-4AFBF30D0400}" type="presParOf" srcId="{C1789AC9-C57A-47E8-830F-96B4AEE24382}" destId="{9675EA6D-A16A-4155-9B9F-DBEBFC157884}" srcOrd="0" destOrd="0" presId="urn:microsoft.com/office/officeart/2005/8/layout/vList2"/>
    <dgm:cxn modelId="{D189464D-4268-4A81-8EC8-AF65A85DB17C}" type="presParOf" srcId="{C1789AC9-C57A-47E8-830F-96B4AEE24382}" destId="{B2051789-3F8B-4E2D-ACF1-85E210F4A0D2}" srcOrd="1" destOrd="0" presId="urn:microsoft.com/office/officeart/2005/8/layout/vList2"/>
    <dgm:cxn modelId="{0C62F04D-4F64-426F-932D-EB7F95145E3B}" type="presParOf" srcId="{C1789AC9-C57A-47E8-830F-96B4AEE24382}" destId="{DB82E893-5C13-44BA-89E6-33BDBE25BF37}" srcOrd="2" destOrd="0" presId="urn:microsoft.com/office/officeart/2005/8/layout/vList2"/>
    <dgm:cxn modelId="{990296DC-9E0E-4D8E-B992-EF2BD87DAEAE}" type="presParOf" srcId="{C1789AC9-C57A-47E8-830F-96B4AEE24382}" destId="{FB9B2BDE-9383-4FEA-BA70-965D1DDFE817}" srcOrd="3" destOrd="0" presId="urn:microsoft.com/office/officeart/2005/8/layout/vList2"/>
    <dgm:cxn modelId="{DB402282-F682-42F9-8C86-F2D70B7AB2FC}" type="presParOf" srcId="{C1789AC9-C57A-47E8-830F-96B4AEE24382}" destId="{18E623B0-BD8E-4B52-BFA7-008442FD736D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B929768F-E9FE-4A50-9655-F7475D1ED960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C4D6C588-9B87-4A6B-96CA-A8CEE7E9877B}">
      <dgm:prSet/>
      <dgm:spPr/>
      <dgm:t>
        <a:bodyPr/>
        <a:lstStyle/>
        <a:p>
          <a:r>
            <a:rPr lang="en-IE"/>
            <a:t>CO2 absorbed by ocean</a:t>
          </a:r>
          <a:endParaRPr lang="en-US"/>
        </a:p>
      </dgm:t>
    </dgm:pt>
    <dgm:pt modelId="{962167C1-E6F9-470A-AF51-0A41FD1D8466}" type="parTrans" cxnId="{DD78200E-D822-435C-8684-AB62FBA10628}">
      <dgm:prSet/>
      <dgm:spPr/>
      <dgm:t>
        <a:bodyPr/>
        <a:lstStyle/>
        <a:p>
          <a:endParaRPr lang="en-US"/>
        </a:p>
      </dgm:t>
    </dgm:pt>
    <dgm:pt modelId="{48CC3438-D5DE-46FE-8812-5BEB7308FE65}" type="sibTrans" cxnId="{DD78200E-D822-435C-8684-AB62FBA10628}">
      <dgm:prSet/>
      <dgm:spPr/>
      <dgm:t>
        <a:bodyPr/>
        <a:lstStyle/>
        <a:p>
          <a:endParaRPr lang="en-US"/>
        </a:p>
      </dgm:t>
    </dgm:pt>
    <dgm:pt modelId="{45990751-BE18-4410-A3CB-47BBD89EF7A6}">
      <dgm:prSet/>
      <dgm:spPr/>
      <dgm:t>
        <a:bodyPr/>
        <a:lstStyle/>
        <a:p>
          <a:r>
            <a:rPr lang="en-IE"/>
            <a:t>Reduces pH level of water</a:t>
          </a:r>
          <a:endParaRPr lang="en-US"/>
        </a:p>
      </dgm:t>
    </dgm:pt>
    <dgm:pt modelId="{6598B981-CFEF-45C8-A2C8-324939C4766C}" type="parTrans" cxnId="{7E7B1A5A-BB62-4339-B172-CB557F9E22B7}">
      <dgm:prSet/>
      <dgm:spPr/>
      <dgm:t>
        <a:bodyPr/>
        <a:lstStyle/>
        <a:p>
          <a:endParaRPr lang="en-US"/>
        </a:p>
      </dgm:t>
    </dgm:pt>
    <dgm:pt modelId="{23494A19-8AC0-44B3-9784-ABA693800392}" type="sibTrans" cxnId="{7E7B1A5A-BB62-4339-B172-CB557F9E22B7}">
      <dgm:prSet/>
      <dgm:spPr/>
      <dgm:t>
        <a:bodyPr/>
        <a:lstStyle/>
        <a:p>
          <a:endParaRPr lang="en-US"/>
        </a:p>
      </dgm:t>
    </dgm:pt>
    <dgm:pt modelId="{6E542C21-89F8-4D1F-9B58-B43D8CD70562}">
      <dgm:prSet/>
      <dgm:spPr/>
      <dgm:t>
        <a:bodyPr/>
        <a:lstStyle/>
        <a:p>
          <a:r>
            <a:rPr lang="en-IE"/>
            <a:t>Harms shellfish and coral</a:t>
          </a:r>
          <a:endParaRPr lang="en-US"/>
        </a:p>
      </dgm:t>
    </dgm:pt>
    <dgm:pt modelId="{B9373829-810E-41CD-B241-86BF8203CEB9}" type="parTrans" cxnId="{8855AB5F-63AD-44CD-BADC-1E98D32FC4C5}">
      <dgm:prSet/>
      <dgm:spPr/>
      <dgm:t>
        <a:bodyPr/>
        <a:lstStyle/>
        <a:p>
          <a:endParaRPr lang="en-US"/>
        </a:p>
      </dgm:t>
    </dgm:pt>
    <dgm:pt modelId="{E7F0A8ED-05B3-48C4-BCB9-156BBB54030A}" type="sibTrans" cxnId="{8855AB5F-63AD-44CD-BADC-1E98D32FC4C5}">
      <dgm:prSet/>
      <dgm:spPr/>
      <dgm:t>
        <a:bodyPr/>
        <a:lstStyle/>
        <a:p>
          <a:endParaRPr lang="en-US"/>
        </a:p>
      </dgm:t>
    </dgm:pt>
    <dgm:pt modelId="{E12ED5C5-9D9A-4221-B7C4-2C5852F9E223}">
      <dgm:prSet/>
      <dgm:spPr/>
      <dgm:t>
        <a:bodyPr/>
        <a:lstStyle/>
        <a:p>
          <a:r>
            <a:rPr lang="en-IE"/>
            <a:t>Harder to build shells and skeletons</a:t>
          </a:r>
          <a:endParaRPr lang="en-US"/>
        </a:p>
      </dgm:t>
    </dgm:pt>
    <dgm:pt modelId="{FF558971-F5E5-411F-92D6-A5D99681E179}" type="parTrans" cxnId="{6529686A-DDD4-424F-91D6-E2F428F3CC48}">
      <dgm:prSet/>
      <dgm:spPr/>
      <dgm:t>
        <a:bodyPr/>
        <a:lstStyle/>
        <a:p>
          <a:endParaRPr lang="en-US"/>
        </a:p>
      </dgm:t>
    </dgm:pt>
    <dgm:pt modelId="{F987BBED-2317-4C67-B727-4BAE39AC73C3}" type="sibTrans" cxnId="{6529686A-DDD4-424F-91D6-E2F428F3CC48}">
      <dgm:prSet/>
      <dgm:spPr/>
      <dgm:t>
        <a:bodyPr/>
        <a:lstStyle/>
        <a:p>
          <a:endParaRPr lang="en-US"/>
        </a:p>
      </dgm:t>
    </dgm:pt>
    <dgm:pt modelId="{22900EED-B805-4EF1-B94C-5F72A74B94EB}" type="pres">
      <dgm:prSet presAssocID="{B929768F-E9FE-4A50-9655-F7475D1ED960}" presName="linear" presStyleCnt="0">
        <dgm:presLayoutVars>
          <dgm:animLvl val="lvl"/>
          <dgm:resizeHandles val="exact"/>
        </dgm:presLayoutVars>
      </dgm:prSet>
      <dgm:spPr/>
    </dgm:pt>
    <dgm:pt modelId="{12B1B761-6706-4E3A-A44B-75602E972DBA}" type="pres">
      <dgm:prSet presAssocID="{C4D6C588-9B87-4A6B-96CA-A8CEE7E9877B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EBBB0B65-D25F-445E-BE01-6F8BBDFD5E14}" type="pres">
      <dgm:prSet presAssocID="{48CC3438-D5DE-46FE-8812-5BEB7308FE65}" presName="spacer" presStyleCnt="0"/>
      <dgm:spPr/>
    </dgm:pt>
    <dgm:pt modelId="{E430B0C1-8F5B-472C-8094-498636F20A9F}" type="pres">
      <dgm:prSet presAssocID="{45990751-BE18-4410-A3CB-47BBD89EF7A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FF855F9-12C8-4F52-9907-BCE723B01583}" type="pres">
      <dgm:prSet presAssocID="{23494A19-8AC0-44B3-9784-ABA693800392}" presName="spacer" presStyleCnt="0"/>
      <dgm:spPr/>
    </dgm:pt>
    <dgm:pt modelId="{29D46173-0DE4-4136-812C-363C6767A18F}" type="pres">
      <dgm:prSet presAssocID="{6E542C21-89F8-4D1F-9B58-B43D8CD7056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C56BD00-FEC7-498E-8A76-11A4CABC692A}" type="pres">
      <dgm:prSet presAssocID="{E7F0A8ED-05B3-48C4-BCB9-156BBB54030A}" presName="spacer" presStyleCnt="0"/>
      <dgm:spPr/>
    </dgm:pt>
    <dgm:pt modelId="{E20B0C45-64CF-4656-AA44-54277C70D8AE}" type="pres">
      <dgm:prSet presAssocID="{E12ED5C5-9D9A-4221-B7C4-2C5852F9E223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FF45B301-A16D-4D93-964E-81C362ED4B2A}" type="presOf" srcId="{C4D6C588-9B87-4A6B-96CA-A8CEE7E9877B}" destId="{12B1B761-6706-4E3A-A44B-75602E972DBA}" srcOrd="0" destOrd="0" presId="urn:microsoft.com/office/officeart/2005/8/layout/vList2"/>
    <dgm:cxn modelId="{DD78200E-D822-435C-8684-AB62FBA10628}" srcId="{B929768F-E9FE-4A50-9655-F7475D1ED960}" destId="{C4D6C588-9B87-4A6B-96CA-A8CEE7E9877B}" srcOrd="0" destOrd="0" parTransId="{962167C1-E6F9-470A-AF51-0A41FD1D8466}" sibTransId="{48CC3438-D5DE-46FE-8812-5BEB7308FE65}"/>
    <dgm:cxn modelId="{8855AB5F-63AD-44CD-BADC-1E98D32FC4C5}" srcId="{B929768F-E9FE-4A50-9655-F7475D1ED960}" destId="{6E542C21-89F8-4D1F-9B58-B43D8CD70562}" srcOrd="2" destOrd="0" parTransId="{B9373829-810E-41CD-B241-86BF8203CEB9}" sibTransId="{E7F0A8ED-05B3-48C4-BCB9-156BBB54030A}"/>
    <dgm:cxn modelId="{6529686A-DDD4-424F-91D6-E2F428F3CC48}" srcId="{B929768F-E9FE-4A50-9655-F7475D1ED960}" destId="{E12ED5C5-9D9A-4221-B7C4-2C5852F9E223}" srcOrd="3" destOrd="0" parTransId="{FF558971-F5E5-411F-92D6-A5D99681E179}" sibTransId="{F987BBED-2317-4C67-B727-4BAE39AC73C3}"/>
    <dgm:cxn modelId="{6B1EE656-0DB1-44CF-9CCB-960322F23887}" type="presOf" srcId="{45990751-BE18-4410-A3CB-47BBD89EF7A6}" destId="{E430B0C1-8F5B-472C-8094-498636F20A9F}" srcOrd="0" destOrd="0" presId="urn:microsoft.com/office/officeart/2005/8/layout/vList2"/>
    <dgm:cxn modelId="{7E7B1A5A-BB62-4339-B172-CB557F9E22B7}" srcId="{B929768F-E9FE-4A50-9655-F7475D1ED960}" destId="{45990751-BE18-4410-A3CB-47BBD89EF7A6}" srcOrd="1" destOrd="0" parTransId="{6598B981-CFEF-45C8-A2C8-324939C4766C}" sibTransId="{23494A19-8AC0-44B3-9784-ABA693800392}"/>
    <dgm:cxn modelId="{EE367D98-0D17-44B4-82D0-A4303769BCB8}" type="presOf" srcId="{6E542C21-89F8-4D1F-9B58-B43D8CD70562}" destId="{29D46173-0DE4-4136-812C-363C6767A18F}" srcOrd="0" destOrd="0" presId="urn:microsoft.com/office/officeart/2005/8/layout/vList2"/>
    <dgm:cxn modelId="{37D1D0C6-C82D-4AAC-B9D1-EA5614C6143A}" type="presOf" srcId="{B929768F-E9FE-4A50-9655-F7475D1ED960}" destId="{22900EED-B805-4EF1-B94C-5F72A74B94EB}" srcOrd="0" destOrd="0" presId="urn:microsoft.com/office/officeart/2005/8/layout/vList2"/>
    <dgm:cxn modelId="{6EF3EFE6-6F61-45A9-9B20-4A7535746A1B}" type="presOf" srcId="{E12ED5C5-9D9A-4221-B7C4-2C5852F9E223}" destId="{E20B0C45-64CF-4656-AA44-54277C70D8AE}" srcOrd="0" destOrd="0" presId="urn:microsoft.com/office/officeart/2005/8/layout/vList2"/>
    <dgm:cxn modelId="{89D254AF-4E0D-4F65-BE46-EC908904D59C}" type="presParOf" srcId="{22900EED-B805-4EF1-B94C-5F72A74B94EB}" destId="{12B1B761-6706-4E3A-A44B-75602E972DBA}" srcOrd="0" destOrd="0" presId="urn:microsoft.com/office/officeart/2005/8/layout/vList2"/>
    <dgm:cxn modelId="{115327E5-1792-47DA-9D5D-33B5355F7998}" type="presParOf" srcId="{22900EED-B805-4EF1-B94C-5F72A74B94EB}" destId="{EBBB0B65-D25F-445E-BE01-6F8BBDFD5E14}" srcOrd="1" destOrd="0" presId="urn:microsoft.com/office/officeart/2005/8/layout/vList2"/>
    <dgm:cxn modelId="{686D37A8-503D-409F-897E-FF89748AC1AE}" type="presParOf" srcId="{22900EED-B805-4EF1-B94C-5F72A74B94EB}" destId="{E430B0C1-8F5B-472C-8094-498636F20A9F}" srcOrd="2" destOrd="0" presId="urn:microsoft.com/office/officeart/2005/8/layout/vList2"/>
    <dgm:cxn modelId="{B299797F-5334-47B3-AC80-157E7D579078}" type="presParOf" srcId="{22900EED-B805-4EF1-B94C-5F72A74B94EB}" destId="{6FF855F9-12C8-4F52-9907-BCE723B01583}" srcOrd="3" destOrd="0" presId="urn:microsoft.com/office/officeart/2005/8/layout/vList2"/>
    <dgm:cxn modelId="{213D9958-4171-4EC5-8566-F67775029DD8}" type="presParOf" srcId="{22900EED-B805-4EF1-B94C-5F72A74B94EB}" destId="{29D46173-0DE4-4136-812C-363C6767A18F}" srcOrd="4" destOrd="0" presId="urn:microsoft.com/office/officeart/2005/8/layout/vList2"/>
    <dgm:cxn modelId="{DC1E852E-CA91-43B7-B522-BFFB61B9EE96}" type="presParOf" srcId="{22900EED-B805-4EF1-B94C-5F72A74B94EB}" destId="{8C56BD00-FEC7-498E-8A76-11A4CABC692A}" srcOrd="5" destOrd="0" presId="urn:microsoft.com/office/officeart/2005/8/layout/vList2"/>
    <dgm:cxn modelId="{DF0DCEB2-440F-4BE3-8955-53E362CB6261}" type="presParOf" srcId="{22900EED-B805-4EF1-B94C-5F72A74B94EB}" destId="{E20B0C45-64CF-4656-AA44-54277C70D8AE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9E0E09B5-CC9A-46D3-B264-505E86959C27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E8B28F23-8E9A-4516-9D8C-ACF9C12BAE4A}">
      <dgm:prSet/>
      <dgm:spPr/>
      <dgm:t>
        <a:bodyPr/>
        <a:lstStyle/>
        <a:p>
          <a:r>
            <a:rPr lang="en-IE"/>
            <a:t>Reduce pollution</a:t>
          </a:r>
          <a:endParaRPr lang="en-US"/>
        </a:p>
      </dgm:t>
    </dgm:pt>
    <dgm:pt modelId="{335D480D-AEF8-48C5-A9F7-D08FA5C2AF75}" type="parTrans" cxnId="{C2B78A4A-1624-4B0E-B484-338D5FFC3C2F}">
      <dgm:prSet/>
      <dgm:spPr/>
      <dgm:t>
        <a:bodyPr/>
        <a:lstStyle/>
        <a:p>
          <a:endParaRPr lang="en-US"/>
        </a:p>
      </dgm:t>
    </dgm:pt>
    <dgm:pt modelId="{1D327BA4-61CE-4F78-8E9E-D0AB3DDE2083}" type="sibTrans" cxnId="{C2B78A4A-1624-4B0E-B484-338D5FFC3C2F}">
      <dgm:prSet/>
      <dgm:spPr/>
      <dgm:t>
        <a:bodyPr/>
        <a:lstStyle/>
        <a:p>
          <a:endParaRPr lang="en-US"/>
        </a:p>
      </dgm:t>
    </dgm:pt>
    <dgm:pt modelId="{128A20F9-5FD4-421C-B4FE-AF69319D8F96}">
      <dgm:prSet/>
      <dgm:spPr/>
      <dgm:t>
        <a:bodyPr/>
        <a:lstStyle/>
        <a:p>
          <a:r>
            <a:rPr lang="en-IE"/>
            <a:t>Protect ecosystems</a:t>
          </a:r>
          <a:endParaRPr lang="en-US"/>
        </a:p>
      </dgm:t>
    </dgm:pt>
    <dgm:pt modelId="{6BCE426E-8DAC-4599-9231-2126C2353799}" type="parTrans" cxnId="{575AD078-F0C2-46EC-AAB4-315ACE2B3D15}">
      <dgm:prSet/>
      <dgm:spPr/>
      <dgm:t>
        <a:bodyPr/>
        <a:lstStyle/>
        <a:p>
          <a:endParaRPr lang="en-US"/>
        </a:p>
      </dgm:t>
    </dgm:pt>
    <dgm:pt modelId="{8E706CB7-ADFB-44E7-81FA-CC7E3841C55B}" type="sibTrans" cxnId="{575AD078-F0C2-46EC-AAB4-315ACE2B3D15}">
      <dgm:prSet/>
      <dgm:spPr/>
      <dgm:t>
        <a:bodyPr/>
        <a:lstStyle/>
        <a:p>
          <a:endParaRPr lang="en-US"/>
        </a:p>
      </dgm:t>
    </dgm:pt>
    <dgm:pt modelId="{662ECAD6-B43F-460B-BEE0-C50A41053B4F}">
      <dgm:prSet/>
      <dgm:spPr/>
      <dgm:t>
        <a:bodyPr/>
        <a:lstStyle/>
        <a:p>
          <a:r>
            <a:rPr lang="en-IE"/>
            <a:t>Sustainable fishing</a:t>
          </a:r>
          <a:endParaRPr lang="en-US"/>
        </a:p>
      </dgm:t>
    </dgm:pt>
    <dgm:pt modelId="{AEDB261F-BEBE-43A6-9FD7-CC281C889EE8}" type="parTrans" cxnId="{DA072518-12E0-433D-9A21-CAE9A48CE7DC}">
      <dgm:prSet/>
      <dgm:spPr/>
      <dgm:t>
        <a:bodyPr/>
        <a:lstStyle/>
        <a:p>
          <a:endParaRPr lang="en-US"/>
        </a:p>
      </dgm:t>
    </dgm:pt>
    <dgm:pt modelId="{1F2CCDAC-E983-49A3-A1E3-8928070DC6C2}" type="sibTrans" cxnId="{DA072518-12E0-433D-9A21-CAE9A48CE7DC}">
      <dgm:prSet/>
      <dgm:spPr/>
      <dgm:t>
        <a:bodyPr/>
        <a:lstStyle/>
        <a:p>
          <a:endParaRPr lang="en-US"/>
        </a:p>
      </dgm:t>
    </dgm:pt>
    <dgm:pt modelId="{DA0EF862-ADCB-47A6-BDD8-FDB49D195051}">
      <dgm:prSet/>
      <dgm:spPr/>
      <dgm:t>
        <a:bodyPr/>
        <a:lstStyle/>
        <a:p>
          <a:r>
            <a:rPr lang="en-IE" dirty="0"/>
            <a:t>Increase marine research</a:t>
          </a:r>
          <a:endParaRPr lang="en-US" dirty="0"/>
        </a:p>
      </dgm:t>
    </dgm:pt>
    <dgm:pt modelId="{49C0F284-2790-4FB1-A893-2AC7315D8096}" type="parTrans" cxnId="{81E76E8F-6C47-4AF7-8357-404B56FBE58F}">
      <dgm:prSet/>
      <dgm:spPr/>
      <dgm:t>
        <a:bodyPr/>
        <a:lstStyle/>
        <a:p>
          <a:endParaRPr lang="en-US"/>
        </a:p>
      </dgm:t>
    </dgm:pt>
    <dgm:pt modelId="{D7BB48BF-B052-4899-BFDF-27488D6A0C96}" type="sibTrans" cxnId="{81E76E8F-6C47-4AF7-8357-404B56FBE58F}">
      <dgm:prSet/>
      <dgm:spPr/>
      <dgm:t>
        <a:bodyPr/>
        <a:lstStyle/>
        <a:p>
          <a:endParaRPr lang="en-US"/>
        </a:p>
      </dgm:t>
    </dgm:pt>
    <dgm:pt modelId="{D9010472-48D7-4A97-97FA-DE68CFB22592}">
      <dgm:prSet/>
      <dgm:spPr/>
      <dgm:t>
        <a:bodyPr/>
        <a:lstStyle/>
        <a:p>
          <a:r>
            <a:rPr lang="en-US"/>
            <a:t>Expand marine proctected areas</a:t>
          </a:r>
          <a:endParaRPr lang="en-US" dirty="0"/>
        </a:p>
      </dgm:t>
    </dgm:pt>
    <dgm:pt modelId="{2CF328D8-5BDA-4330-963A-FE2DE3DAFAC4}" type="parTrans" cxnId="{088736E7-66C4-41AC-88F1-554F245E4D0C}">
      <dgm:prSet/>
      <dgm:spPr/>
      <dgm:t>
        <a:bodyPr/>
        <a:lstStyle/>
        <a:p>
          <a:endParaRPr lang="en-IE"/>
        </a:p>
      </dgm:t>
    </dgm:pt>
    <dgm:pt modelId="{4B42D9DA-EA7D-4AF6-BD6B-502A01243321}" type="sibTrans" cxnId="{088736E7-66C4-41AC-88F1-554F245E4D0C}">
      <dgm:prSet/>
      <dgm:spPr/>
      <dgm:t>
        <a:bodyPr/>
        <a:lstStyle/>
        <a:p>
          <a:endParaRPr lang="en-IE"/>
        </a:p>
      </dgm:t>
    </dgm:pt>
    <dgm:pt modelId="{FBDEFEF2-C2A2-4510-8C23-8D5AE2AB5359}" type="pres">
      <dgm:prSet presAssocID="{9E0E09B5-CC9A-46D3-B264-505E86959C27}" presName="linear" presStyleCnt="0">
        <dgm:presLayoutVars>
          <dgm:animLvl val="lvl"/>
          <dgm:resizeHandles val="exact"/>
        </dgm:presLayoutVars>
      </dgm:prSet>
      <dgm:spPr/>
    </dgm:pt>
    <dgm:pt modelId="{6D75A64B-E947-4D14-B2D6-1841BA282C02}" type="pres">
      <dgm:prSet presAssocID="{E8B28F23-8E9A-4516-9D8C-ACF9C12BAE4A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35FCB6B6-9B01-4042-AD11-04384CD8352C}" type="pres">
      <dgm:prSet presAssocID="{1D327BA4-61CE-4F78-8E9E-D0AB3DDE2083}" presName="spacer" presStyleCnt="0"/>
      <dgm:spPr/>
    </dgm:pt>
    <dgm:pt modelId="{6181A47A-0D12-4766-A079-21E7F5E1B534}" type="pres">
      <dgm:prSet presAssocID="{128A20F9-5FD4-421C-B4FE-AF69319D8F96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DE7F6EFC-26FF-43B9-8083-DA406BA23F90}" type="pres">
      <dgm:prSet presAssocID="{8E706CB7-ADFB-44E7-81FA-CC7E3841C55B}" presName="spacer" presStyleCnt="0"/>
      <dgm:spPr/>
    </dgm:pt>
    <dgm:pt modelId="{CD445D41-B58D-4065-8C12-197F8C4CBC9D}" type="pres">
      <dgm:prSet presAssocID="{662ECAD6-B43F-460B-BEE0-C50A41053B4F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101A00E1-CE84-41D3-8885-8055CF7A627E}" type="pres">
      <dgm:prSet presAssocID="{1F2CCDAC-E983-49A3-A1E3-8928070DC6C2}" presName="spacer" presStyleCnt="0"/>
      <dgm:spPr/>
    </dgm:pt>
    <dgm:pt modelId="{34072C78-BC5F-418B-9734-5427166518BA}" type="pres">
      <dgm:prSet presAssocID="{DA0EF862-ADCB-47A6-BDD8-FDB49D195051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A9F85F92-7716-4C88-9E8D-4868CD886266}" type="pres">
      <dgm:prSet presAssocID="{D7BB48BF-B052-4899-BFDF-27488D6A0C96}" presName="spacer" presStyleCnt="0"/>
      <dgm:spPr/>
    </dgm:pt>
    <dgm:pt modelId="{170CA027-FEA7-4280-8747-E34749296820}" type="pres">
      <dgm:prSet presAssocID="{D9010472-48D7-4A97-97FA-DE68CFB22592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452F9A0C-E3A2-4D7B-99C8-12996C9C81C4}" type="presOf" srcId="{128A20F9-5FD4-421C-B4FE-AF69319D8F96}" destId="{6181A47A-0D12-4766-A079-21E7F5E1B534}" srcOrd="0" destOrd="0" presId="urn:microsoft.com/office/officeart/2005/8/layout/vList2"/>
    <dgm:cxn modelId="{DA072518-12E0-433D-9A21-CAE9A48CE7DC}" srcId="{9E0E09B5-CC9A-46D3-B264-505E86959C27}" destId="{662ECAD6-B43F-460B-BEE0-C50A41053B4F}" srcOrd="2" destOrd="0" parTransId="{AEDB261F-BEBE-43A6-9FD7-CC281C889EE8}" sibTransId="{1F2CCDAC-E983-49A3-A1E3-8928070DC6C2}"/>
    <dgm:cxn modelId="{0FF2772F-5E29-451E-805C-99B35D3E37D1}" type="presOf" srcId="{662ECAD6-B43F-460B-BEE0-C50A41053B4F}" destId="{CD445D41-B58D-4065-8C12-197F8C4CBC9D}" srcOrd="0" destOrd="0" presId="urn:microsoft.com/office/officeart/2005/8/layout/vList2"/>
    <dgm:cxn modelId="{5A12735D-CB83-406A-8397-CFE02540BBD5}" type="presOf" srcId="{DA0EF862-ADCB-47A6-BDD8-FDB49D195051}" destId="{34072C78-BC5F-418B-9734-5427166518BA}" srcOrd="0" destOrd="0" presId="urn:microsoft.com/office/officeart/2005/8/layout/vList2"/>
    <dgm:cxn modelId="{C2B78A4A-1624-4B0E-B484-338D5FFC3C2F}" srcId="{9E0E09B5-CC9A-46D3-B264-505E86959C27}" destId="{E8B28F23-8E9A-4516-9D8C-ACF9C12BAE4A}" srcOrd="0" destOrd="0" parTransId="{335D480D-AEF8-48C5-A9F7-D08FA5C2AF75}" sibTransId="{1D327BA4-61CE-4F78-8E9E-D0AB3DDE2083}"/>
    <dgm:cxn modelId="{4902394E-F1EC-4DFE-9926-83AAE84D22A0}" type="presOf" srcId="{9E0E09B5-CC9A-46D3-B264-505E86959C27}" destId="{FBDEFEF2-C2A2-4510-8C23-8D5AE2AB5359}" srcOrd="0" destOrd="0" presId="urn:microsoft.com/office/officeart/2005/8/layout/vList2"/>
    <dgm:cxn modelId="{1CB90475-AD0C-43B8-BA73-D95ABD2902D5}" type="presOf" srcId="{D9010472-48D7-4A97-97FA-DE68CFB22592}" destId="{170CA027-FEA7-4280-8747-E34749296820}" srcOrd="0" destOrd="0" presId="urn:microsoft.com/office/officeart/2005/8/layout/vList2"/>
    <dgm:cxn modelId="{575AD078-F0C2-46EC-AAB4-315ACE2B3D15}" srcId="{9E0E09B5-CC9A-46D3-B264-505E86959C27}" destId="{128A20F9-5FD4-421C-B4FE-AF69319D8F96}" srcOrd="1" destOrd="0" parTransId="{6BCE426E-8DAC-4599-9231-2126C2353799}" sibTransId="{8E706CB7-ADFB-44E7-81FA-CC7E3841C55B}"/>
    <dgm:cxn modelId="{81E76E8F-6C47-4AF7-8357-404B56FBE58F}" srcId="{9E0E09B5-CC9A-46D3-B264-505E86959C27}" destId="{DA0EF862-ADCB-47A6-BDD8-FDB49D195051}" srcOrd="3" destOrd="0" parTransId="{49C0F284-2790-4FB1-A893-2AC7315D8096}" sibTransId="{D7BB48BF-B052-4899-BFDF-27488D6A0C96}"/>
    <dgm:cxn modelId="{088736E7-66C4-41AC-88F1-554F245E4D0C}" srcId="{9E0E09B5-CC9A-46D3-B264-505E86959C27}" destId="{D9010472-48D7-4A97-97FA-DE68CFB22592}" srcOrd="4" destOrd="0" parTransId="{2CF328D8-5BDA-4330-963A-FE2DE3DAFAC4}" sibTransId="{4B42D9DA-EA7D-4AF6-BD6B-502A01243321}"/>
    <dgm:cxn modelId="{A2B4EFE8-09DD-4C5C-8317-994F9BFEC855}" type="presOf" srcId="{E8B28F23-8E9A-4516-9D8C-ACF9C12BAE4A}" destId="{6D75A64B-E947-4D14-B2D6-1841BA282C02}" srcOrd="0" destOrd="0" presId="urn:microsoft.com/office/officeart/2005/8/layout/vList2"/>
    <dgm:cxn modelId="{EE32CFBD-6E6B-4059-8E3B-DEE49FFFCCA6}" type="presParOf" srcId="{FBDEFEF2-C2A2-4510-8C23-8D5AE2AB5359}" destId="{6D75A64B-E947-4D14-B2D6-1841BA282C02}" srcOrd="0" destOrd="0" presId="urn:microsoft.com/office/officeart/2005/8/layout/vList2"/>
    <dgm:cxn modelId="{71134EB0-5B01-40F8-BADE-8B4F35DC147E}" type="presParOf" srcId="{FBDEFEF2-C2A2-4510-8C23-8D5AE2AB5359}" destId="{35FCB6B6-9B01-4042-AD11-04384CD8352C}" srcOrd="1" destOrd="0" presId="urn:microsoft.com/office/officeart/2005/8/layout/vList2"/>
    <dgm:cxn modelId="{B029BF1E-7551-42A8-AB0A-6732F899E268}" type="presParOf" srcId="{FBDEFEF2-C2A2-4510-8C23-8D5AE2AB5359}" destId="{6181A47A-0D12-4766-A079-21E7F5E1B534}" srcOrd="2" destOrd="0" presId="urn:microsoft.com/office/officeart/2005/8/layout/vList2"/>
    <dgm:cxn modelId="{BDE2B55A-4BD2-4247-AB7E-996B5A4A8301}" type="presParOf" srcId="{FBDEFEF2-C2A2-4510-8C23-8D5AE2AB5359}" destId="{DE7F6EFC-26FF-43B9-8083-DA406BA23F90}" srcOrd="3" destOrd="0" presId="urn:microsoft.com/office/officeart/2005/8/layout/vList2"/>
    <dgm:cxn modelId="{60DD6A4D-EF33-4771-83C8-46DE0E2FABD0}" type="presParOf" srcId="{FBDEFEF2-C2A2-4510-8C23-8D5AE2AB5359}" destId="{CD445D41-B58D-4065-8C12-197F8C4CBC9D}" srcOrd="4" destOrd="0" presId="urn:microsoft.com/office/officeart/2005/8/layout/vList2"/>
    <dgm:cxn modelId="{8FF345FE-0D03-4708-B8EB-05C5A038D174}" type="presParOf" srcId="{FBDEFEF2-C2A2-4510-8C23-8D5AE2AB5359}" destId="{101A00E1-CE84-41D3-8885-8055CF7A627E}" srcOrd="5" destOrd="0" presId="urn:microsoft.com/office/officeart/2005/8/layout/vList2"/>
    <dgm:cxn modelId="{B90FB700-4E4B-4032-98B2-EE50AC59DEF0}" type="presParOf" srcId="{FBDEFEF2-C2A2-4510-8C23-8D5AE2AB5359}" destId="{34072C78-BC5F-418B-9734-5427166518BA}" srcOrd="6" destOrd="0" presId="urn:microsoft.com/office/officeart/2005/8/layout/vList2"/>
    <dgm:cxn modelId="{96E04786-B1A6-404B-B041-4B6AFA100193}" type="presParOf" srcId="{FBDEFEF2-C2A2-4510-8C23-8D5AE2AB5359}" destId="{A9F85F92-7716-4C88-9E8D-4868CD886266}" srcOrd="7" destOrd="0" presId="urn:microsoft.com/office/officeart/2005/8/layout/vList2"/>
    <dgm:cxn modelId="{51E5ADEE-0EBA-4A3E-8055-AEDBA606AE11}" type="presParOf" srcId="{FBDEFEF2-C2A2-4510-8C23-8D5AE2AB5359}" destId="{170CA027-FEA7-4280-8747-E34749296820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BC3783C1-265E-472A-B7FB-DC3159C1274D}" type="doc">
      <dgm:prSet loTypeId="urn:microsoft.com/office/officeart/2005/8/layout/default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0ABBF35E-EAAB-46E3-9936-301AA2F114B7}">
      <dgm:prSet/>
      <dgm:spPr/>
      <dgm:t>
        <a:bodyPr/>
        <a:lstStyle/>
        <a:p>
          <a:r>
            <a:rPr lang="en-IE"/>
            <a:t>Areas where human activity is limited</a:t>
          </a:r>
          <a:endParaRPr lang="en-US"/>
        </a:p>
      </dgm:t>
    </dgm:pt>
    <dgm:pt modelId="{551D416C-9A4B-4F96-8E45-CFE60D72458D}" type="parTrans" cxnId="{EEA0777F-041F-4260-BA88-123E71459229}">
      <dgm:prSet/>
      <dgm:spPr/>
      <dgm:t>
        <a:bodyPr/>
        <a:lstStyle/>
        <a:p>
          <a:endParaRPr lang="en-US"/>
        </a:p>
      </dgm:t>
    </dgm:pt>
    <dgm:pt modelId="{17CB8092-D1D1-4448-97AB-3807ECBCB8A1}" type="sibTrans" cxnId="{EEA0777F-041F-4260-BA88-123E71459229}">
      <dgm:prSet/>
      <dgm:spPr/>
      <dgm:t>
        <a:bodyPr/>
        <a:lstStyle/>
        <a:p>
          <a:endParaRPr lang="en-US"/>
        </a:p>
      </dgm:t>
    </dgm:pt>
    <dgm:pt modelId="{9FA0D61E-7005-4727-9519-72C647C8CF6B}">
      <dgm:prSet/>
      <dgm:spPr/>
      <dgm:t>
        <a:bodyPr/>
        <a:lstStyle/>
        <a:p>
          <a:r>
            <a:rPr lang="en-IE"/>
            <a:t>Helps ecosystems recover</a:t>
          </a:r>
          <a:endParaRPr lang="en-US"/>
        </a:p>
      </dgm:t>
    </dgm:pt>
    <dgm:pt modelId="{F9437ABD-14B1-4256-B298-4C72D71B40BB}" type="parTrans" cxnId="{7DB97D40-56BE-437C-A445-AE2F453E16A7}">
      <dgm:prSet/>
      <dgm:spPr/>
      <dgm:t>
        <a:bodyPr/>
        <a:lstStyle/>
        <a:p>
          <a:endParaRPr lang="en-US"/>
        </a:p>
      </dgm:t>
    </dgm:pt>
    <dgm:pt modelId="{9FEAC991-01C9-45B7-9028-62310C809B05}" type="sibTrans" cxnId="{7DB97D40-56BE-437C-A445-AE2F453E16A7}">
      <dgm:prSet/>
      <dgm:spPr/>
      <dgm:t>
        <a:bodyPr/>
        <a:lstStyle/>
        <a:p>
          <a:endParaRPr lang="en-US"/>
        </a:p>
      </dgm:t>
    </dgm:pt>
    <dgm:pt modelId="{A6641A3B-4983-437E-92D9-6C5FD9ACB63D}">
      <dgm:prSet/>
      <dgm:spPr/>
      <dgm:t>
        <a:bodyPr/>
        <a:lstStyle/>
        <a:p>
          <a:r>
            <a:rPr lang="en-IE"/>
            <a:t>Protects biodiversity</a:t>
          </a:r>
          <a:endParaRPr lang="en-US"/>
        </a:p>
      </dgm:t>
    </dgm:pt>
    <dgm:pt modelId="{18377681-2ADD-4B87-B679-0810F95FE18C}" type="parTrans" cxnId="{43A234C6-B8E8-44E7-8B75-7E74D9A182D5}">
      <dgm:prSet/>
      <dgm:spPr/>
      <dgm:t>
        <a:bodyPr/>
        <a:lstStyle/>
        <a:p>
          <a:endParaRPr lang="en-US"/>
        </a:p>
      </dgm:t>
    </dgm:pt>
    <dgm:pt modelId="{81E4273F-B0B8-4164-81D8-365934587C63}" type="sibTrans" cxnId="{43A234C6-B8E8-44E7-8B75-7E74D9A182D5}">
      <dgm:prSet/>
      <dgm:spPr/>
      <dgm:t>
        <a:bodyPr/>
        <a:lstStyle/>
        <a:p>
          <a:endParaRPr lang="en-US"/>
        </a:p>
      </dgm:t>
    </dgm:pt>
    <dgm:pt modelId="{21C35092-33C1-4CDA-824C-F5EF3B3736AC}" type="pres">
      <dgm:prSet presAssocID="{BC3783C1-265E-472A-B7FB-DC3159C1274D}" presName="diagram" presStyleCnt="0">
        <dgm:presLayoutVars>
          <dgm:dir/>
          <dgm:resizeHandles val="exact"/>
        </dgm:presLayoutVars>
      </dgm:prSet>
      <dgm:spPr/>
    </dgm:pt>
    <dgm:pt modelId="{85977F5B-4A2D-4CDD-BB92-4C8D931C9897}" type="pres">
      <dgm:prSet presAssocID="{0ABBF35E-EAAB-46E3-9936-301AA2F114B7}" presName="node" presStyleLbl="node1" presStyleIdx="0" presStyleCnt="3">
        <dgm:presLayoutVars>
          <dgm:bulletEnabled val="1"/>
        </dgm:presLayoutVars>
      </dgm:prSet>
      <dgm:spPr/>
    </dgm:pt>
    <dgm:pt modelId="{E37210B5-D62C-4012-95A3-50CF2B67AA90}" type="pres">
      <dgm:prSet presAssocID="{17CB8092-D1D1-4448-97AB-3807ECBCB8A1}" presName="sibTrans" presStyleCnt="0"/>
      <dgm:spPr/>
    </dgm:pt>
    <dgm:pt modelId="{5849EA30-EF1D-450C-B519-1ECCC4B638DE}" type="pres">
      <dgm:prSet presAssocID="{9FA0D61E-7005-4727-9519-72C647C8CF6B}" presName="node" presStyleLbl="node1" presStyleIdx="1" presStyleCnt="3">
        <dgm:presLayoutVars>
          <dgm:bulletEnabled val="1"/>
        </dgm:presLayoutVars>
      </dgm:prSet>
      <dgm:spPr/>
    </dgm:pt>
    <dgm:pt modelId="{5DC5A30D-2628-4BDD-A27E-ACB8FDCB2606}" type="pres">
      <dgm:prSet presAssocID="{9FEAC991-01C9-45B7-9028-62310C809B05}" presName="sibTrans" presStyleCnt="0"/>
      <dgm:spPr/>
    </dgm:pt>
    <dgm:pt modelId="{7B5D35B0-F164-4273-9BD5-D88B01DED75B}" type="pres">
      <dgm:prSet presAssocID="{A6641A3B-4983-437E-92D9-6C5FD9ACB63D}" presName="node" presStyleLbl="node1" presStyleIdx="2" presStyleCnt="3">
        <dgm:presLayoutVars>
          <dgm:bulletEnabled val="1"/>
        </dgm:presLayoutVars>
      </dgm:prSet>
      <dgm:spPr/>
    </dgm:pt>
  </dgm:ptLst>
  <dgm:cxnLst>
    <dgm:cxn modelId="{5C66FE2B-AE7F-455A-93BF-0799454E04D8}" type="presOf" srcId="{9FA0D61E-7005-4727-9519-72C647C8CF6B}" destId="{5849EA30-EF1D-450C-B519-1ECCC4B638DE}" srcOrd="0" destOrd="0" presId="urn:microsoft.com/office/officeart/2005/8/layout/default"/>
    <dgm:cxn modelId="{FAF49633-3339-4688-BF90-501ECB429A6B}" type="presOf" srcId="{A6641A3B-4983-437E-92D9-6C5FD9ACB63D}" destId="{7B5D35B0-F164-4273-9BD5-D88B01DED75B}" srcOrd="0" destOrd="0" presId="urn:microsoft.com/office/officeart/2005/8/layout/default"/>
    <dgm:cxn modelId="{7DB97D40-56BE-437C-A445-AE2F453E16A7}" srcId="{BC3783C1-265E-472A-B7FB-DC3159C1274D}" destId="{9FA0D61E-7005-4727-9519-72C647C8CF6B}" srcOrd="1" destOrd="0" parTransId="{F9437ABD-14B1-4256-B298-4C72D71B40BB}" sibTransId="{9FEAC991-01C9-45B7-9028-62310C809B05}"/>
    <dgm:cxn modelId="{75B0386E-DD2C-49CE-9DDA-F781B90AFCB1}" type="presOf" srcId="{BC3783C1-265E-472A-B7FB-DC3159C1274D}" destId="{21C35092-33C1-4CDA-824C-F5EF3B3736AC}" srcOrd="0" destOrd="0" presId="urn:microsoft.com/office/officeart/2005/8/layout/default"/>
    <dgm:cxn modelId="{EEA0777F-041F-4260-BA88-123E71459229}" srcId="{BC3783C1-265E-472A-B7FB-DC3159C1274D}" destId="{0ABBF35E-EAAB-46E3-9936-301AA2F114B7}" srcOrd="0" destOrd="0" parTransId="{551D416C-9A4B-4F96-8E45-CFE60D72458D}" sibTransId="{17CB8092-D1D1-4448-97AB-3807ECBCB8A1}"/>
    <dgm:cxn modelId="{E4B1A3B9-4459-4966-B63B-C86CB3C53C78}" type="presOf" srcId="{0ABBF35E-EAAB-46E3-9936-301AA2F114B7}" destId="{85977F5B-4A2D-4CDD-BB92-4C8D931C9897}" srcOrd="0" destOrd="0" presId="urn:microsoft.com/office/officeart/2005/8/layout/default"/>
    <dgm:cxn modelId="{43A234C6-B8E8-44E7-8B75-7E74D9A182D5}" srcId="{BC3783C1-265E-472A-B7FB-DC3159C1274D}" destId="{A6641A3B-4983-437E-92D9-6C5FD9ACB63D}" srcOrd="2" destOrd="0" parTransId="{18377681-2ADD-4B87-B679-0810F95FE18C}" sibTransId="{81E4273F-B0B8-4164-81D8-365934587C63}"/>
    <dgm:cxn modelId="{E1C94006-9F86-4D6E-B2D5-0D63CD877508}" type="presParOf" srcId="{21C35092-33C1-4CDA-824C-F5EF3B3736AC}" destId="{85977F5B-4A2D-4CDD-BB92-4C8D931C9897}" srcOrd="0" destOrd="0" presId="urn:microsoft.com/office/officeart/2005/8/layout/default"/>
    <dgm:cxn modelId="{476D56CC-2D85-42CC-B06D-09C2D6E1E1AE}" type="presParOf" srcId="{21C35092-33C1-4CDA-824C-F5EF3B3736AC}" destId="{E37210B5-D62C-4012-95A3-50CF2B67AA90}" srcOrd="1" destOrd="0" presId="urn:microsoft.com/office/officeart/2005/8/layout/default"/>
    <dgm:cxn modelId="{B08FF6E9-0FCF-4407-8E1C-DD672A3F0DAE}" type="presParOf" srcId="{21C35092-33C1-4CDA-824C-F5EF3B3736AC}" destId="{5849EA30-EF1D-450C-B519-1ECCC4B638DE}" srcOrd="2" destOrd="0" presId="urn:microsoft.com/office/officeart/2005/8/layout/default"/>
    <dgm:cxn modelId="{66D6B4ED-9B19-44D6-B6DF-2EFA2B05F4DF}" type="presParOf" srcId="{21C35092-33C1-4CDA-824C-F5EF3B3736AC}" destId="{5DC5A30D-2628-4BDD-A27E-ACB8FDCB2606}" srcOrd="3" destOrd="0" presId="urn:microsoft.com/office/officeart/2005/8/layout/default"/>
    <dgm:cxn modelId="{FF231455-A66E-40D5-BAFF-737B49EC45F2}" type="presParOf" srcId="{21C35092-33C1-4CDA-824C-F5EF3B3736AC}" destId="{7B5D35B0-F164-4273-9BD5-D88B01DED75B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5863C3DD-3A04-4A1A-9035-52297B553871}" type="doc">
      <dgm:prSet loTypeId="urn:microsoft.com/office/officeart/2005/8/layout/list1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004BFB18-271C-469D-A2FF-AAB303A2E7AA}">
      <dgm:prSet/>
      <dgm:spPr/>
      <dgm:t>
        <a:bodyPr/>
        <a:lstStyle/>
        <a:p>
          <a:r>
            <a:rPr lang="en-IE"/>
            <a:t>Food security</a:t>
          </a:r>
          <a:endParaRPr lang="en-US"/>
        </a:p>
      </dgm:t>
    </dgm:pt>
    <dgm:pt modelId="{6F75E2EA-1339-41BC-AF68-292A7E48D827}" type="parTrans" cxnId="{3048EC6B-6169-4094-B113-5048ABBD93A0}">
      <dgm:prSet/>
      <dgm:spPr/>
      <dgm:t>
        <a:bodyPr/>
        <a:lstStyle/>
        <a:p>
          <a:endParaRPr lang="en-US"/>
        </a:p>
      </dgm:t>
    </dgm:pt>
    <dgm:pt modelId="{CBD16641-B0BF-4F4C-94C2-09826A50417A}" type="sibTrans" cxnId="{3048EC6B-6169-4094-B113-5048ABBD93A0}">
      <dgm:prSet/>
      <dgm:spPr/>
      <dgm:t>
        <a:bodyPr/>
        <a:lstStyle/>
        <a:p>
          <a:endParaRPr lang="en-US"/>
        </a:p>
      </dgm:t>
    </dgm:pt>
    <dgm:pt modelId="{4C128572-BD10-4357-9461-2B065409B719}">
      <dgm:prSet/>
      <dgm:spPr/>
      <dgm:t>
        <a:bodyPr/>
        <a:lstStyle/>
        <a:p>
          <a:r>
            <a:rPr lang="en-IE"/>
            <a:t>Jobs (fishing, tourism)</a:t>
          </a:r>
          <a:endParaRPr lang="en-US"/>
        </a:p>
      </dgm:t>
    </dgm:pt>
    <dgm:pt modelId="{A7E8935A-3BEA-49DC-8D10-648F36185A81}" type="parTrans" cxnId="{FDB1FDA2-E1F7-4FDC-959E-DD4409B48DCA}">
      <dgm:prSet/>
      <dgm:spPr/>
      <dgm:t>
        <a:bodyPr/>
        <a:lstStyle/>
        <a:p>
          <a:endParaRPr lang="en-US"/>
        </a:p>
      </dgm:t>
    </dgm:pt>
    <dgm:pt modelId="{2D9144AF-8918-499F-B6E4-106E176FC4DF}" type="sibTrans" cxnId="{FDB1FDA2-E1F7-4FDC-959E-DD4409B48DCA}">
      <dgm:prSet/>
      <dgm:spPr/>
      <dgm:t>
        <a:bodyPr/>
        <a:lstStyle/>
        <a:p>
          <a:endParaRPr lang="en-US"/>
        </a:p>
      </dgm:t>
    </dgm:pt>
    <dgm:pt modelId="{C21A7B04-844C-4012-9CF7-FC64855B029F}">
      <dgm:prSet/>
      <dgm:spPr/>
      <dgm:t>
        <a:bodyPr/>
        <a:lstStyle/>
        <a:p>
          <a:r>
            <a:rPr lang="en-IE"/>
            <a:t>Climate regulation</a:t>
          </a:r>
          <a:endParaRPr lang="en-US"/>
        </a:p>
      </dgm:t>
    </dgm:pt>
    <dgm:pt modelId="{43F21364-84FF-4CF3-9F96-BB5B39D71ED1}" type="parTrans" cxnId="{6838361D-703F-4204-B3E0-8C97184F941C}">
      <dgm:prSet/>
      <dgm:spPr/>
      <dgm:t>
        <a:bodyPr/>
        <a:lstStyle/>
        <a:p>
          <a:endParaRPr lang="en-US"/>
        </a:p>
      </dgm:t>
    </dgm:pt>
    <dgm:pt modelId="{2BC87FAE-B495-4290-8A7B-5A09F5EC11DC}" type="sibTrans" cxnId="{6838361D-703F-4204-B3E0-8C97184F941C}">
      <dgm:prSet/>
      <dgm:spPr/>
      <dgm:t>
        <a:bodyPr/>
        <a:lstStyle/>
        <a:p>
          <a:endParaRPr lang="en-US"/>
        </a:p>
      </dgm:t>
    </dgm:pt>
    <dgm:pt modelId="{5F68E04B-BE21-4451-915F-97EABF7ADFAC}">
      <dgm:prSet/>
      <dgm:spPr/>
      <dgm:t>
        <a:bodyPr/>
        <a:lstStyle/>
        <a:p>
          <a:r>
            <a:rPr lang="en-IE"/>
            <a:t>Global economy</a:t>
          </a:r>
          <a:endParaRPr lang="en-US"/>
        </a:p>
      </dgm:t>
    </dgm:pt>
    <dgm:pt modelId="{493D55D3-EEF0-43A2-9B5E-DEB07E0C75D4}" type="parTrans" cxnId="{493F98FB-32A5-477F-A639-18DCDFDFE765}">
      <dgm:prSet/>
      <dgm:spPr/>
      <dgm:t>
        <a:bodyPr/>
        <a:lstStyle/>
        <a:p>
          <a:endParaRPr lang="en-US"/>
        </a:p>
      </dgm:t>
    </dgm:pt>
    <dgm:pt modelId="{FE0CC63F-3A8C-425D-AEFB-5691B2A10A46}" type="sibTrans" cxnId="{493F98FB-32A5-477F-A639-18DCDFDFE765}">
      <dgm:prSet/>
      <dgm:spPr/>
      <dgm:t>
        <a:bodyPr/>
        <a:lstStyle/>
        <a:p>
          <a:endParaRPr lang="en-US"/>
        </a:p>
      </dgm:t>
    </dgm:pt>
    <dgm:pt modelId="{7E7DDBA4-4FB2-41B2-BBD9-F732854D7835}" type="pres">
      <dgm:prSet presAssocID="{5863C3DD-3A04-4A1A-9035-52297B553871}" presName="linear" presStyleCnt="0">
        <dgm:presLayoutVars>
          <dgm:dir/>
          <dgm:animLvl val="lvl"/>
          <dgm:resizeHandles val="exact"/>
        </dgm:presLayoutVars>
      </dgm:prSet>
      <dgm:spPr/>
    </dgm:pt>
    <dgm:pt modelId="{89E46641-24A2-4C40-9648-672393630BF6}" type="pres">
      <dgm:prSet presAssocID="{004BFB18-271C-469D-A2FF-AAB303A2E7AA}" presName="parentLin" presStyleCnt="0"/>
      <dgm:spPr/>
    </dgm:pt>
    <dgm:pt modelId="{9435D8B7-ACA8-4B05-8EB0-A8F55B21A2C8}" type="pres">
      <dgm:prSet presAssocID="{004BFB18-271C-469D-A2FF-AAB303A2E7AA}" presName="parentLeftMargin" presStyleLbl="node1" presStyleIdx="0" presStyleCnt="4"/>
      <dgm:spPr/>
    </dgm:pt>
    <dgm:pt modelId="{9E21A97B-AAE9-4E31-86D6-49ED9D46E39F}" type="pres">
      <dgm:prSet presAssocID="{004BFB18-271C-469D-A2FF-AAB303A2E7A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BBCCD49-1482-49A3-A9B4-C9E361F4DC56}" type="pres">
      <dgm:prSet presAssocID="{004BFB18-271C-469D-A2FF-AAB303A2E7AA}" presName="negativeSpace" presStyleCnt="0"/>
      <dgm:spPr/>
    </dgm:pt>
    <dgm:pt modelId="{CBD81091-EFFC-4C19-B123-1CE05BDECA8F}" type="pres">
      <dgm:prSet presAssocID="{004BFB18-271C-469D-A2FF-AAB303A2E7AA}" presName="childText" presStyleLbl="conFgAcc1" presStyleIdx="0" presStyleCnt="4">
        <dgm:presLayoutVars>
          <dgm:bulletEnabled val="1"/>
        </dgm:presLayoutVars>
      </dgm:prSet>
      <dgm:spPr/>
    </dgm:pt>
    <dgm:pt modelId="{8F0E4AAD-696D-4009-B3CF-BEDCB5D4514C}" type="pres">
      <dgm:prSet presAssocID="{CBD16641-B0BF-4F4C-94C2-09826A50417A}" presName="spaceBetweenRectangles" presStyleCnt="0"/>
      <dgm:spPr/>
    </dgm:pt>
    <dgm:pt modelId="{0E2DDF4F-BD4D-4510-A79C-7910492082E7}" type="pres">
      <dgm:prSet presAssocID="{4C128572-BD10-4357-9461-2B065409B719}" presName="parentLin" presStyleCnt="0"/>
      <dgm:spPr/>
    </dgm:pt>
    <dgm:pt modelId="{5337446D-0558-4D53-8199-C7AEB8C484BC}" type="pres">
      <dgm:prSet presAssocID="{4C128572-BD10-4357-9461-2B065409B719}" presName="parentLeftMargin" presStyleLbl="node1" presStyleIdx="0" presStyleCnt="4"/>
      <dgm:spPr/>
    </dgm:pt>
    <dgm:pt modelId="{FF1F9849-2C01-4E7D-835A-B75415383727}" type="pres">
      <dgm:prSet presAssocID="{4C128572-BD10-4357-9461-2B065409B71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D221D132-C970-43B4-8B3C-A5F82254FC55}" type="pres">
      <dgm:prSet presAssocID="{4C128572-BD10-4357-9461-2B065409B719}" presName="negativeSpace" presStyleCnt="0"/>
      <dgm:spPr/>
    </dgm:pt>
    <dgm:pt modelId="{4829B1CE-ADFD-4E36-A701-5CA7866D482D}" type="pres">
      <dgm:prSet presAssocID="{4C128572-BD10-4357-9461-2B065409B719}" presName="childText" presStyleLbl="conFgAcc1" presStyleIdx="1" presStyleCnt="4">
        <dgm:presLayoutVars>
          <dgm:bulletEnabled val="1"/>
        </dgm:presLayoutVars>
      </dgm:prSet>
      <dgm:spPr/>
    </dgm:pt>
    <dgm:pt modelId="{25B80938-9C74-494F-99A0-66606FFBD8C2}" type="pres">
      <dgm:prSet presAssocID="{2D9144AF-8918-499F-B6E4-106E176FC4DF}" presName="spaceBetweenRectangles" presStyleCnt="0"/>
      <dgm:spPr/>
    </dgm:pt>
    <dgm:pt modelId="{DFD35952-7328-4B29-88AE-8AE94EDE17B7}" type="pres">
      <dgm:prSet presAssocID="{C21A7B04-844C-4012-9CF7-FC64855B029F}" presName="parentLin" presStyleCnt="0"/>
      <dgm:spPr/>
    </dgm:pt>
    <dgm:pt modelId="{86AD98B6-574A-45C6-8ACB-5A0D938110EF}" type="pres">
      <dgm:prSet presAssocID="{C21A7B04-844C-4012-9CF7-FC64855B029F}" presName="parentLeftMargin" presStyleLbl="node1" presStyleIdx="1" presStyleCnt="4"/>
      <dgm:spPr/>
    </dgm:pt>
    <dgm:pt modelId="{98494CAD-3511-419F-AEAD-45DB897DABAA}" type="pres">
      <dgm:prSet presAssocID="{C21A7B04-844C-4012-9CF7-FC64855B029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B594F7E-A6DC-47C1-BED2-1AB30E938C72}" type="pres">
      <dgm:prSet presAssocID="{C21A7B04-844C-4012-9CF7-FC64855B029F}" presName="negativeSpace" presStyleCnt="0"/>
      <dgm:spPr/>
    </dgm:pt>
    <dgm:pt modelId="{96658C73-10E2-4814-867D-D34EF79F8CCD}" type="pres">
      <dgm:prSet presAssocID="{C21A7B04-844C-4012-9CF7-FC64855B029F}" presName="childText" presStyleLbl="conFgAcc1" presStyleIdx="2" presStyleCnt="4">
        <dgm:presLayoutVars>
          <dgm:bulletEnabled val="1"/>
        </dgm:presLayoutVars>
      </dgm:prSet>
      <dgm:spPr/>
    </dgm:pt>
    <dgm:pt modelId="{BA26CC70-F15F-47E9-BBB9-8F263DC32B51}" type="pres">
      <dgm:prSet presAssocID="{2BC87FAE-B495-4290-8A7B-5A09F5EC11DC}" presName="spaceBetweenRectangles" presStyleCnt="0"/>
      <dgm:spPr/>
    </dgm:pt>
    <dgm:pt modelId="{9BBD20F0-05F4-4764-8A20-3D71255553C5}" type="pres">
      <dgm:prSet presAssocID="{5F68E04B-BE21-4451-915F-97EABF7ADFAC}" presName="parentLin" presStyleCnt="0"/>
      <dgm:spPr/>
    </dgm:pt>
    <dgm:pt modelId="{2A059DDD-A0F8-4743-897B-B168F0180C62}" type="pres">
      <dgm:prSet presAssocID="{5F68E04B-BE21-4451-915F-97EABF7ADFAC}" presName="parentLeftMargin" presStyleLbl="node1" presStyleIdx="2" presStyleCnt="4"/>
      <dgm:spPr/>
    </dgm:pt>
    <dgm:pt modelId="{B16DDADF-FFF1-4AF4-A1D1-58BA40DE61D8}" type="pres">
      <dgm:prSet presAssocID="{5F68E04B-BE21-4451-915F-97EABF7ADFAC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89AB26EC-5DB5-4A63-A3AB-B2F64319D7DD}" type="pres">
      <dgm:prSet presAssocID="{5F68E04B-BE21-4451-915F-97EABF7ADFAC}" presName="negativeSpace" presStyleCnt="0"/>
      <dgm:spPr/>
    </dgm:pt>
    <dgm:pt modelId="{01FB715E-CD1E-4C36-9ED4-3130A9405FD7}" type="pres">
      <dgm:prSet presAssocID="{5F68E04B-BE21-4451-915F-97EABF7ADFAC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1D984602-32E2-46DB-9BBF-8DB9083D6CB4}" type="presOf" srcId="{004BFB18-271C-469D-A2FF-AAB303A2E7AA}" destId="{9E21A97B-AAE9-4E31-86D6-49ED9D46E39F}" srcOrd="1" destOrd="0" presId="urn:microsoft.com/office/officeart/2005/8/layout/list1"/>
    <dgm:cxn modelId="{46275407-96FF-4338-BFD8-129C4A127050}" type="presOf" srcId="{C21A7B04-844C-4012-9CF7-FC64855B029F}" destId="{86AD98B6-574A-45C6-8ACB-5A0D938110EF}" srcOrd="0" destOrd="0" presId="urn:microsoft.com/office/officeart/2005/8/layout/list1"/>
    <dgm:cxn modelId="{38555F0D-54AC-4B98-B07C-394892F4F060}" type="presOf" srcId="{4C128572-BD10-4357-9461-2B065409B719}" destId="{FF1F9849-2C01-4E7D-835A-B75415383727}" srcOrd="1" destOrd="0" presId="urn:microsoft.com/office/officeart/2005/8/layout/list1"/>
    <dgm:cxn modelId="{6838361D-703F-4204-B3E0-8C97184F941C}" srcId="{5863C3DD-3A04-4A1A-9035-52297B553871}" destId="{C21A7B04-844C-4012-9CF7-FC64855B029F}" srcOrd="2" destOrd="0" parTransId="{43F21364-84FF-4CF3-9F96-BB5B39D71ED1}" sibTransId="{2BC87FAE-B495-4290-8A7B-5A09F5EC11DC}"/>
    <dgm:cxn modelId="{64C7F11D-7E7D-4798-ABCD-28762AE2023D}" type="presOf" srcId="{5863C3DD-3A04-4A1A-9035-52297B553871}" destId="{7E7DDBA4-4FB2-41B2-BBD9-F732854D7835}" srcOrd="0" destOrd="0" presId="urn:microsoft.com/office/officeart/2005/8/layout/list1"/>
    <dgm:cxn modelId="{967BB164-FD41-42A4-B36D-80E3428005CF}" type="presOf" srcId="{004BFB18-271C-469D-A2FF-AAB303A2E7AA}" destId="{9435D8B7-ACA8-4B05-8EB0-A8F55B21A2C8}" srcOrd="0" destOrd="0" presId="urn:microsoft.com/office/officeart/2005/8/layout/list1"/>
    <dgm:cxn modelId="{3048EC6B-6169-4094-B113-5048ABBD93A0}" srcId="{5863C3DD-3A04-4A1A-9035-52297B553871}" destId="{004BFB18-271C-469D-A2FF-AAB303A2E7AA}" srcOrd="0" destOrd="0" parTransId="{6F75E2EA-1339-41BC-AF68-292A7E48D827}" sibTransId="{CBD16641-B0BF-4F4C-94C2-09826A50417A}"/>
    <dgm:cxn modelId="{271F804E-ACD9-4C12-8589-F899713F46F5}" type="presOf" srcId="{5F68E04B-BE21-4451-915F-97EABF7ADFAC}" destId="{B16DDADF-FFF1-4AF4-A1D1-58BA40DE61D8}" srcOrd="1" destOrd="0" presId="urn:microsoft.com/office/officeart/2005/8/layout/list1"/>
    <dgm:cxn modelId="{F2111B7F-D3AB-46C3-ACDC-70C988FF13E0}" type="presOf" srcId="{4C128572-BD10-4357-9461-2B065409B719}" destId="{5337446D-0558-4D53-8199-C7AEB8C484BC}" srcOrd="0" destOrd="0" presId="urn:microsoft.com/office/officeart/2005/8/layout/list1"/>
    <dgm:cxn modelId="{FDB1FDA2-E1F7-4FDC-959E-DD4409B48DCA}" srcId="{5863C3DD-3A04-4A1A-9035-52297B553871}" destId="{4C128572-BD10-4357-9461-2B065409B719}" srcOrd="1" destOrd="0" parTransId="{A7E8935A-3BEA-49DC-8D10-648F36185A81}" sibTransId="{2D9144AF-8918-499F-B6E4-106E176FC4DF}"/>
    <dgm:cxn modelId="{E41994EC-F8DB-4480-AC29-02E1FBEC38A6}" type="presOf" srcId="{5F68E04B-BE21-4451-915F-97EABF7ADFAC}" destId="{2A059DDD-A0F8-4743-897B-B168F0180C62}" srcOrd="0" destOrd="0" presId="urn:microsoft.com/office/officeart/2005/8/layout/list1"/>
    <dgm:cxn modelId="{493F98FB-32A5-477F-A639-18DCDFDFE765}" srcId="{5863C3DD-3A04-4A1A-9035-52297B553871}" destId="{5F68E04B-BE21-4451-915F-97EABF7ADFAC}" srcOrd="3" destOrd="0" parTransId="{493D55D3-EEF0-43A2-9B5E-DEB07E0C75D4}" sibTransId="{FE0CC63F-3A8C-425D-AEFB-5691B2A10A46}"/>
    <dgm:cxn modelId="{191816FD-041B-40A0-A2D6-89CC8A9774B5}" type="presOf" srcId="{C21A7B04-844C-4012-9CF7-FC64855B029F}" destId="{98494CAD-3511-419F-AEAD-45DB897DABAA}" srcOrd="1" destOrd="0" presId="urn:microsoft.com/office/officeart/2005/8/layout/list1"/>
    <dgm:cxn modelId="{F7FB92B2-E5E6-4E0B-8750-6B34498AC495}" type="presParOf" srcId="{7E7DDBA4-4FB2-41B2-BBD9-F732854D7835}" destId="{89E46641-24A2-4C40-9648-672393630BF6}" srcOrd="0" destOrd="0" presId="urn:microsoft.com/office/officeart/2005/8/layout/list1"/>
    <dgm:cxn modelId="{D75C8AF1-0BEE-4638-8307-805843362139}" type="presParOf" srcId="{89E46641-24A2-4C40-9648-672393630BF6}" destId="{9435D8B7-ACA8-4B05-8EB0-A8F55B21A2C8}" srcOrd="0" destOrd="0" presId="urn:microsoft.com/office/officeart/2005/8/layout/list1"/>
    <dgm:cxn modelId="{2B55C3DC-5955-4CA0-928C-52C60F4A9C79}" type="presParOf" srcId="{89E46641-24A2-4C40-9648-672393630BF6}" destId="{9E21A97B-AAE9-4E31-86D6-49ED9D46E39F}" srcOrd="1" destOrd="0" presId="urn:microsoft.com/office/officeart/2005/8/layout/list1"/>
    <dgm:cxn modelId="{CA44C34A-C378-4834-B11D-3C2D1F8B378F}" type="presParOf" srcId="{7E7DDBA4-4FB2-41B2-BBD9-F732854D7835}" destId="{2BBCCD49-1482-49A3-A9B4-C9E361F4DC56}" srcOrd="1" destOrd="0" presId="urn:microsoft.com/office/officeart/2005/8/layout/list1"/>
    <dgm:cxn modelId="{83E35DC0-FA84-452C-B881-5ADC5B7E6F56}" type="presParOf" srcId="{7E7DDBA4-4FB2-41B2-BBD9-F732854D7835}" destId="{CBD81091-EFFC-4C19-B123-1CE05BDECA8F}" srcOrd="2" destOrd="0" presId="urn:microsoft.com/office/officeart/2005/8/layout/list1"/>
    <dgm:cxn modelId="{54EE4517-2A2F-4978-9FBA-80E7D1EBF40C}" type="presParOf" srcId="{7E7DDBA4-4FB2-41B2-BBD9-F732854D7835}" destId="{8F0E4AAD-696D-4009-B3CF-BEDCB5D4514C}" srcOrd="3" destOrd="0" presId="urn:microsoft.com/office/officeart/2005/8/layout/list1"/>
    <dgm:cxn modelId="{4060B66F-1E8F-4814-A63B-FB24C7FD5880}" type="presParOf" srcId="{7E7DDBA4-4FB2-41B2-BBD9-F732854D7835}" destId="{0E2DDF4F-BD4D-4510-A79C-7910492082E7}" srcOrd="4" destOrd="0" presId="urn:microsoft.com/office/officeart/2005/8/layout/list1"/>
    <dgm:cxn modelId="{84FD7637-BD93-4874-A228-FDFC40EDB01C}" type="presParOf" srcId="{0E2DDF4F-BD4D-4510-A79C-7910492082E7}" destId="{5337446D-0558-4D53-8199-C7AEB8C484BC}" srcOrd="0" destOrd="0" presId="urn:microsoft.com/office/officeart/2005/8/layout/list1"/>
    <dgm:cxn modelId="{61757E8A-3B72-4460-B5DE-68E8667511BD}" type="presParOf" srcId="{0E2DDF4F-BD4D-4510-A79C-7910492082E7}" destId="{FF1F9849-2C01-4E7D-835A-B75415383727}" srcOrd="1" destOrd="0" presId="urn:microsoft.com/office/officeart/2005/8/layout/list1"/>
    <dgm:cxn modelId="{6218E607-C042-42C6-8307-47A11AAA7243}" type="presParOf" srcId="{7E7DDBA4-4FB2-41B2-BBD9-F732854D7835}" destId="{D221D132-C970-43B4-8B3C-A5F82254FC55}" srcOrd="5" destOrd="0" presId="urn:microsoft.com/office/officeart/2005/8/layout/list1"/>
    <dgm:cxn modelId="{815CA1F9-7435-4D71-81A4-70452AACD102}" type="presParOf" srcId="{7E7DDBA4-4FB2-41B2-BBD9-F732854D7835}" destId="{4829B1CE-ADFD-4E36-A701-5CA7866D482D}" srcOrd="6" destOrd="0" presId="urn:microsoft.com/office/officeart/2005/8/layout/list1"/>
    <dgm:cxn modelId="{D4A4AD13-6F90-449A-8035-DEF0875D32C6}" type="presParOf" srcId="{7E7DDBA4-4FB2-41B2-BBD9-F732854D7835}" destId="{25B80938-9C74-494F-99A0-66606FFBD8C2}" srcOrd="7" destOrd="0" presId="urn:microsoft.com/office/officeart/2005/8/layout/list1"/>
    <dgm:cxn modelId="{B07F017F-2634-407D-924B-CFAE3B17845E}" type="presParOf" srcId="{7E7DDBA4-4FB2-41B2-BBD9-F732854D7835}" destId="{DFD35952-7328-4B29-88AE-8AE94EDE17B7}" srcOrd="8" destOrd="0" presId="urn:microsoft.com/office/officeart/2005/8/layout/list1"/>
    <dgm:cxn modelId="{016015D5-BF57-4540-BDB3-CC945A0C5647}" type="presParOf" srcId="{DFD35952-7328-4B29-88AE-8AE94EDE17B7}" destId="{86AD98B6-574A-45C6-8ACB-5A0D938110EF}" srcOrd="0" destOrd="0" presId="urn:microsoft.com/office/officeart/2005/8/layout/list1"/>
    <dgm:cxn modelId="{7D4C65F5-F550-4748-80F1-BBBAD947B302}" type="presParOf" srcId="{DFD35952-7328-4B29-88AE-8AE94EDE17B7}" destId="{98494CAD-3511-419F-AEAD-45DB897DABAA}" srcOrd="1" destOrd="0" presId="urn:microsoft.com/office/officeart/2005/8/layout/list1"/>
    <dgm:cxn modelId="{AE2B4CEC-86A5-4611-91EB-486F2967137E}" type="presParOf" srcId="{7E7DDBA4-4FB2-41B2-BBD9-F732854D7835}" destId="{EB594F7E-A6DC-47C1-BED2-1AB30E938C72}" srcOrd="9" destOrd="0" presId="urn:microsoft.com/office/officeart/2005/8/layout/list1"/>
    <dgm:cxn modelId="{38319CEB-9542-402A-90F0-15245CD5F637}" type="presParOf" srcId="{7E7DDBA4-4FB2-41B2-BBD9-F732854D7835}" destId="{96658C73-10E2-4814-867D-D34EF79F8CCD}" srcOrd="10" destOrd="0" presId="urn:microsoft.com/office/officeart/2005/8/layout/list1"/>
    <dgm:cxn modelId="{3F03C4AB-546F-4D04-9568-FBA67D43C4D1}" type="presParOf" srcId="{7E7DDBA4-4FB2-41B2-BBD9-F732854D7835}" destId="{BA26CC70-F15F-47E9-BBB9-8F263DC32B51}" srcOrd="11" destOrd="0" presId="urn:microsoft.com/office/officeart/2005/8/layout/list1"/>
    <dgm:cxn modelId="{C82E5F37-30E3-4DB6-87FC-2DB494D60296}" type="presParOf" srcId="{7E7DDBA4-4FB2-41B2-BBD9-F732854D7835}" destId="{9BBD20F0-05F4-4764-8A20-3D71255553C5}" srcOrd="12" destOrd="0" presId="urn:microsoft.com/office/officeart/2005/8/layout/list1"/>
    <dgm:cxn modelId="{F8839833-53C2-4DA2-BFE2-300F133D658B}" type="presParOf" srcId="{9BBD20F0-05F4-4764-8A20-3D71255553C5}" destId="{2A059DDD-A0F8-4743-897B-B168F0180C62}" srcOrd="0" destOrd="0" presId="urn:microsoft.com/office/officeart/2005/8/layout/list1"/>
    <dgm:cxn modelId="{712DBD8C-9EB5-43C3-9E3E-06AF81F62CEA}" type="presParOf" srcId="{9BBD20F0-05F4-4764-8A20-3D71255553C5}" destId="{B16DDADF-FFF1-4AF4-A1D1-58BA40DE61D8}" srcOrd="1" destOrd="0" presId="urn:microsoft.com/office/officeart/2005/8/layout/list1"/>
    <dgm:cxn modelId="{0F74E473-9A4F-43A3-B2B7-3A214973F712}" type="presParOf" srcId="{7E7DDBA4-4FB2-41B2-BBD9-F732854D7835}" destId="{89AB26EC-5DB5-4A63-A3AB-B2F64319D7DD}" srcOrd="13" destOrd="0" presId="urn:microsoft.com/office/officeart/2005/8/layout/list1"/>
    <dgm:cxn modelId="{2CDADF36-BF27-4FB4-8BD6-B099ECA098DA}" type="presParOf" srcId="{7E7DDBA4-4FB2-41B2-BBD9-F732854D7835}" destId="{01FB715E-CD1E-4C36-9ED4-3130A9405FD7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5B32F4FE-95BF-4FC0-8D7A-A3D8E6465BAF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D217744-0754-4F58-9351-7A9DF49960AC}">
      <dgm:prSet/>
      <dgm:spPr/>
      <dgm:t>
        <a:bodyPr/>
        <a:lstStyle/>
        <a:p>
          <a:r>
            <a:rPr lang="en-IE"/>
            <a:t>Reduce plastic use</a:t>
          </a:r>
          <a:endParaRPr lang="en-US"/>
        </a:p>
      </dgm:t>
    </dgm:pt>
    <dgm:pt modelId="{924F467C-0E93-491C-A4BF-7B1B8A963A18}" type="parTrans" cxnId="{DB14AC39-A6D5-42D3-B5BA-18BBA71AF3E0}">
      <dgm:prSet/>
      <dgm:spPr/>
      <dgm:t>
        <a:bodyPr/>
        <a:lstStyle/>
        <a:p>
          <a:endParaRPr lang="en-US"/>
        </a:p>
      </dgm:t>
    </dgm:pt>
    <dgm:pt modelId="{854A7557-7BBE-4EEB-987F-129F2259BF6F}" type="sibTrans" cxnId="{DB14AC39-A6D5-42D3-B5BA-18BBA71AF3E0}">
      <dgm:prSet/>
      <dgm:spPr/>
      <dgm:t>
        <a:bodyPr/>
        <a:lstStyle/>
        <a:p>
          <a:endParaRPr lang="en-US"/>
        </a:p>
      </dgm:t>
    </dgm:pt>
    <dgm:pt modelId="{B44809C6-38C6-4F9F-B9FD-67E6D9CBFC4A}">
      <dgm:prSet/>
      <dgm:spPr/>
      <dgm:t>
        <a:bodyPr/>
        <a:lstStyle/>
        <a:p>
          <a:r>
            <a:rPr lang="en-IE"/>
            <a:t>Recycle</a:t>
          </a:r>
          <a:endParaRPr lang="en-US"/>
        </a:p>
      </dgm:t>
    </dgm:pt>
    <dgm:pt modelId="{30EB60B2-EC3C-4E0A-A008-849299E0F622}" type="parTrans" cxnId="{FF755CB2-5E06-4DD6-B655-B39E9BB1364F}">
      <dgm:prSet/>
      <dgm:spPr/>
      <dgm:t>
        <a:bodyPr/>
        <a:lstStyle/>
        <a:p>
          <a:endParaRPr lang="en-US"/>
        </a:p>
      </dgm:t>
    </dgm:pt>
    <dgm:pt modelId="{9EECAE61-3DA3-4C66-AC23-E8602151D4AD}" type="sibTrans" cxnId="{FF755CB2-5E06-4DD6-B655-B39E9BB1364F}">
      <dgm:prSet/>
      <dgm:spPr/>
      <dgm:t>
        <a:bodyPr/>
        <a:lstStyle/>
        <a:p>
          <a:endParaRPr lang="en-US"/>
        </a:p>
      </dgm:t>
    </dgm:pt>
    <dgm:pt modelId="{7B24C472-7E57-4453-B9D1-3FEC6F5EB0E7}">
      <dgm:prSet/>
      <dgm:spPr/>
      <dgm:t>
        <a:bodyPr/>
        <a:lstStyle/>
        <a:p>
          <a:r>
            <a:rPr lang="en-IE"/>
            <a:t>Cycle/Carpool (if possible)</a:t>
          </a:r>
          <a:endParaRPr lang="en-US"/>
        </a:p>
      </dgm:t>
    </dgm:pt>
    <dgm:pt modelId="{707D738C-E5AE-43AE-89D3-7F21DD7E8A18}" type="parTrans" cxnId="{2DA63076-93B6-400D-917E-31058AB7B799}">
      <dgm:prSet/>
      <dgm:spPr/>
      <dgm:t>
        <a:bodyPr/>
        <a:lstStyle/>
        <a:p>
          <a:endParaRPr lang="en-US"/>
        </a:p>
      </dgm:t>
    </dgm:pt>
    <dgm:pt modelId="{EAADC2A8-DF3A-4B44-B0E1-A256F9F4E44C}" type="sibTrans" cxnId="{2DA63076-93B6-400D-917E-31058AB7B799}">
      <dgm:prSet/>
      <dgm:spPr/>
      <dgm:t>
        <a:bodyPr/>
        <a:lstStyle/>
        <a:p>
          <a:endParaRPr lang="en-US"/>
        </a:p>
      </dgm:t>
    </dgm:pt>
    <dgm:pt modelId="{4090520F-BB34-425C-BE90-3FAE1B08FAEE}">
      <dgm:prSet/>
      <dgm:spPr/>
      <dgm:t>
        <a:bodyPr/>
        <a:lstStyle/>
        <a:p>
          <a:r>
            <a:rPr lang="en-IE"/>
            <a:t>Promote </a:t>
          </a:r>
          <a:r>
            <a:rPr lang="en-IE" b="1"/>
            <a:t>Promote</a:t>
          </a:r>
          <a:r>
            <a:rPr lang="en-IE"/>
            <a:t> </a:t>
          </a:r>
          <a:r>
            <a:rPr lang="en-IE" b="1" u="sng"/>
            <a:t>Promote</a:t>
          </a:r>
          <a:endParaRPr lang="en-US"/>
        </a:p>
      </dgm:t>
    </dgm:pt>
    <dgm:pt modelId="{BCF0D1EF-A69E-4735-93D7-61A6B980B6CB}" type="parTrans" cxnId="{14FAB670-9573-49BE-B2F5-9D3B40D33207}">
      <dgm:prSet/>
      <dgm:spPr/>
      <dgm:t>
        <a:bodyPr/>
        <a:lstStyle/>
        <a:p>
          <a:endParaRPr lang="en-US"/>
        </a:p>
      </dgm:t>
    </dgm:pt>
    <dgm:pt modelId="{A25D7673-91E5-4A87-B45E-AEFD09B7A328}" type="sibTrans" cxnId="{14FAB670-9573-49BE-B2F5-9D3B40D33207}">
      <dgm:prSet/>
      <dgm:spPr/>
      <dgm:t>
        <a:bodyPr/>
        <a:lstStyle/>
        <a:p>
          <a:endParaRPr lang="en-US"/>
        </a:p>
      </dgm:t>
    </dgm:pt>
    <dgm:pt modelId="{75E03EF3-6E03-456C-83D9-9DD47A8C7823}" type="pres">
      <dgm:prSet presAssocID="{5B32F4FE-95BF-4FC0-8D7A-A3D8E6465BAF}" presName="linear" presStyleCnt="0">
        <dgm:presLayoutVars>
          <dgm:animLvl val="lvl"/>
          <dgm:resizeHandles val="exact"/>
        </dgm:presLayoutVars>
      </dgm:prSet>
      <dgm:spPr/>
    </dgm:pt>
    <dgm:pt modelId="{603941BD-DC2B-4B10-965B-C543F7539056}" type="pres">
      <dgm:prSet presAssocID="{6D217744-0754-4F58-9351-7A9DF49960A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62430AD-CCE8-423F-8C0A-596A3812F3BC}" type="pres">
      <dgm:prSet presAssocID="{854A7557-7BBE-4EEB-987F-129F2259BF6F}" presName="spacer" presStyleCnt="0"/>
      <dgm:spPr/>
    </dgm:pt>
    <dgm:pt modelId="{F0132A0A-1B3A-44FA-AFB6-C233D244C705}" type="pres">
      <dgm:prSet presAssocID="{B44809C6-38C6-4F9F-B9FD-67E6D9CBFC4A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29A490C-A91A-4E8B-944D-75BB6D75CEFE}" type="pres">
      <dgm:prSet presAssocID="{9EECAE61-3DA3-4C66-AC23-E8602151D4AD}" presName="spacer" presStyleCnt="0"/>
      <dgm:spPr/>
    </dgm:pt>
    <dgm:pt modelId="{454DDB11-3018-488F-BC07-BEEBD4F9D436}" type="pres">
      <dgm:prSet presAssocID="{7B24C472-7E57-4453-B9D1-3FEC6F5EB0E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4BF107D-B741-488E-A26C-9EFE6B4254B2}" type="pres">
      <dgm:prSet presAssocID="{EAADC2A8-DF3A-4B44-B0E1-A256F9F4E44C}" presName="spacer" presStyleCnt="0"/>
      <dgm:spPr/>
    </dgm:pt>
    <dgm:pt modelId="{575334C8-A696-404C-8F35-92286BF14C98}" type="pres">
      <dgm:prSet presAssocID="{4090520F-BB34-425C-BE90-3FAE1B08FAEE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C0CD3736-5376-4710-A7DA-CAAB7080AAAC}" type="presOf" srcId="{6D217744-0754-4F58-9351-7A9DF49960AC}" destId="{603941BD-DC2B-4B10-965B-C543F7539056}" srcOrd="0" destOrd="0" presId="urn:microsoft.com/office/officeart/2005/8/layout/vList2"/>
    <dgm:cxn modelId="{DB14AC39-A6D5-42D3-B5BA-18BBA71AF3E0}" srcId="{5B32F4FE-95BF-4FC0-8D7A-A3D8E6465BAF}" destId="{6D217744-0754-4F58-9351-7A9DF49960AC}" srcOrd="0" destOrd="0" parTransId="{924F467C-0E93-491C-A4BF-7B1B8A963A18}" sibTransId="{854A7557-7BBE-4EEB-987F-129F2259BF6F}"/>
    <dgm:cxn modelId="{14FAB670-9573-49BE-B2F5-9D3B40D33207}" srcId="{5B32F4FE-95BF-4FC0-8D7A-A3D8E6465BAF}" destId="{4090520F-BB34-425C-BE90-3FAE1B08FAEE}" srcOrd="3" destOrd="0" parTransId="{BCF0D1EF-A69E-4735-93D7-61A6B980B6CB}" sibTransId="{A25D7673-91E5-4A87-B45E-AEFD09B7A328}"/>
    <dgm:cxn modelId="{2DA63076-93B6-400D-917E-31058AB7B799}" srcId="{5B32F4FE-95BF-4FC0-8D7A-A3D8E6465BAF}" destId="{7B24C472-7E57-4453-B9D1-3FEC6F5EB0E7}" srcOrd="2" destOrd="0" parTransId="{707D738C-E5AE-43AE-89D3-7F21DD7E8A18}" sibTransId="{EAADC2A8-DF3A-4B44-B0E1-A256F9F4E44C}"/>
    <dgm:cxn modelId="{0FA5538A-91C8-4C49-8D43-132A9A06FD20}" type="presOf" srcId="{5B32F4FE-95BF-4FC0-8D7A-A3D8E6465BAF}" destId="{75E03EF3-6E03-456C-83D9-9DD47A8C7823}" srcOrd="0" destOrd="0" presId="urn:microsoft.com/office/officeart/2005/8/layout/vList2"/>
    <dgm:cxn modelId="{FF755CB2-5E06-4DD6-B655-B39E9BB1364F}" srcId="{5B32F4FE-95BF-4FC0-8D7A-A3D8E6465BAF}" destId="{B44809C6-38C6-4F9F-B9FD-67E6D9CBFC4A}" srcOrd="1" destOrd="0" parTransId="{30EB60B2-EC3C-4E0A-A008-849299E0F622}" sibTransId="{9EECAE61-3DA3-4C66-AC23-E8602151D4AD}"/>
    <dgm:cxn modelId="{4D4460D3-1178-4FD2-8C5B-9D4B6130F3A3}" type="presOf" srcId="{B44809C6-38C6-4F9F-B9FD-67E6D9CBFC4A}" destId="{F0132A0A-1B3A-44FA-AFB6-C233D244C705}" srcOrd="0" destOrd="0" presId="urn:microsoft.com/office/officeart/2005/8/layout/vList2"/>
    <dgm:cxn modelId="{52B3A1D8-ED6F-477B-A1FF-BEC8CD8DEC9F}" type="presOf" srcId="{4090520F-BB34-425C-BE90-3FAE1B08FAEE}" destId="{575334C8-A696-404C-8F35-92286BF14C98}" srcOrd="0" destOrd="0" presId="urn:microsoft.com/office/officeart/2005/8/layout/vList2"/>
    <dgm:cxn modelId="{233816DF-D309-4C1F-8A34-D19186677A05}" type="presOf" srcId="{7B24C472-7E57-4453-B9D1-3FEC6F5EB0E7}" destId="{454DDB11-3018-488F-BC07-BEEBD4F9D436}" srcOrd="0" destOrd="0" presId="urn:microsoft.com/office/officeart/2005/8/layout/vList2"/>
    <dgm:cxn modelId="{1F891149-2813-4E53-8ED3-4C06D4202E43}" type="presParOf" srcId="{75E03EF3-6E03-456C-83D9-9DD47A8C7823}" destId="{603941BD-DC2B-4B10-965B-C543F7539056}" srcOrd="0" destOrd="0" presId="urn:microsoft.com/office/officeart/2005/8/layout/vList2"/>
    <dgm:cxn modelId="{5443A252-5AB8-405D-B9E8-09F10EE22A3F}" type="presParOf" srcId="{75E03EF3-6E03-456C-83D9-9DD47A8C7823}" destId="{562430AD-CCE8-423F-8C0A-596A3812F3BC}" srcOrd="1" destOrd="0" presId="urn:microsoft.com/office/officeart/2005/8/layout/vList2"/>
    <dgm:cxn modelId="{A2EC7C52-575C-4BD9-801B-6A32C72E2152}" type="presParOf" srcId="{75E03EF3-6E03-456C-83D9-9DD47A8C7823}" destId="{F0132A0A-1B3A-44FA-AFB6-C233D244C705}" srcOrd="2" destOrd="0" presId="urn:microsoft.com/office/officeart/2005/8/layout/vList2"/>
    <dgm:cxn modelId="{E4641438-18DA-43B9-8FEE-FE14477D3C9F}" type="presParOf" srcId="{75E03EF3-6E03-456C-83D9-9DD47A8C7823}" destId="{629A490C-A91A-4E8B-944D-75BB6D75CEFE}" srcOrd="3" destOrd="0" presId="urn:microsoft.com/office/officeart/2005/8/layout/vList2"/>
    <dgm:cxn modelId="{BCE4DE58-2A0A-4275-A896-9404B83E9CD6}" type="presParOf" srcId="{75E03EF3-6E03-456C-83D9-9DD47A8C7823}" destId="{454DDB11-3018-488F-BC07-BEEBD4F9D436}" srcOrd="4" destOrd="0" presId="urn:microsoft.com/office/officeart/2005/8/layout/vList2"/>
    <dgm:cxn modelId="{20420AE0-B9EA-4697-926A-DB91FA473284}" type="presParOf" srcId="{75E03EF3-6E03-456C-83D9-9DD47A8C7823}" destId="{84BF107D-B741-488E-A26C-9EFE6B4254B2}" srcOrd="5" destOrd="0" presId="urn:microsoft.com/office/officeart/2005/8/layout/vList2"/>
    <dgm:cxn modelId="{EBD918C7-2F05-4FB7-97CB-9F57CC7D9007}" type="presParOf" srcId="{75E03EF3-6E03-456C-83D9-9DD47A8C7823}" destId="{575334C8-A696-404C-8F35-92286BF14C98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149D3C63-FD49-415C-9C62-5949090D7686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0100884C-0D59-4F4B-A96C-9A0A043E2983}">
      <dgm:prSet/>
      <dgm:spPr/>
      <dgm:t>
        <a:bodyPr/>
        <a:lstStyle/>
        <a:p>
          <a:r>
            <a:rPr lang="en-IE">
              <a:hlinkClick xmlns:r="http://schemas.openxmlformats.org/officeDocument/2006/relationships" r:id="rId1"/>
            </a:rPr>
            <a:t>https://sdgs.un.org/goals/goal14</a:t>
          </a:r>
          <a:endParaRPr lang="en-US"/>
        </a:p>
      </dgm:t>
    </dgm:pt>
    <dgm:pt modelId="{287AB8FB-9C4B-4A2B-9768-1F36FAC54738}" type="parTrans" cxnId="{87BEBC7A-BCD3-49B0-85C2-A7A98A968945}">
      <dgm:prSet/>
      <dgm:spPr/>
      <dgm:t>
        <a:bodyPr/>
        <a:lstStyle/>
        <a:p>
          <a:endParaRPr lang="en-US"/>
        </a:p>
      </dgm:t>
    </dgm:pt>
    <dgm:pt modelId="{1D1B5700-B0CD-4318-986E-AA27D324484F}" type="sibTrans" cxnId="{87BEBC7A-BCD3-49B0-85C2-A7A98A968945}">
      <dgm:prSet/>
      <dgm:spPr/>
      <dgm:t>
        <a:bodyPr/>
        <a:lstStyle/>
        <a:p>
          <a:endParaRPr lang="en-US"/>
        </a:p>
      </dgm:t>
    </dgm:pt>
    <dgm:pt modelId="{A475ACF2-D4AA-40F3-83CF-470912F346D0}">
      <dgm:prSet/>
      <dgm:spPr/>
      <dgm:t>
        <a:bodyPr/>
        <a:lstStyle/>
        <a:p>
          <a:r>
            <a:rPr lang="en-IE">
              <a:hlinkClick xmlns:r="http://schemas.openxmlformats.org/officeDocument/2006/relationships" r:id="rId2"/>
            </a:rPr>
            <a:t>https://www.un.org/sustainabledevelopment/oceans/</a:t>
          </a:r>
          <a:endParaRPr lang="en-US"/>
        </a:p>
      </dgm:t>
    </dgm:pt>
    <dgm:pt modelId="{2693D42A-878D-49D0-8065-C6C947C79797}" type="parTrans" cxnId="{766EE4BE-B9CD-4B9E-B1F8-80D2E3A2FAD8}">
      <dgm:prSet/>
      <dgm:spPr/>
      <dgm:t>
        <a:bodyPr/>
        <a:lstStyle/>
        <a:p>
          <a:endParaRPr lang="en-US"/>
        </a:p>
      </dgm:t>
    </dgm:pt>
    <dgm:pt modelId="{6D641EB8-A1CE-45E0-A548-4DB2C7627942}" type="sibTrans" cxnId="{766EE4BE-B9CD-4B9E-B1F8-80D2E3A2FAD8}">
      <dgm:prSet/>
      <dgm:spPr/>
      <dgm:t>
        <a:bodyPr/>
        <a:lstStyle/>
        <a:p>
          <a:endParaRPr lang="en-US"/>
        </a:p>
      </dgm:t>
    </dgm:pt>
    <dgm:pt modelId="{5A484EFF-3CCA-491B-A7D9-2D5E477FE72D}">
      <dgm:prSet/>
      <dgm:spPr/>
      <dgm:t>
        <a:bodyPr/>
        <a:lstStyle/>
        <a:p>
          <a:r>
            <a:rPr lang="en-IE" dirty="0">
              <a:hlinkClick xmlns:r="http://schemas.openxmlformats.org/officeDocument/2006/relationships" r:id="rId3"/>
            </a:rPr>
            <a:t>https://stakeholderforum.org/sdg-14-conserve-and-sustainably-use-the-oceans-seas-and-marine-resources-for-sustainable-development/</a:t>
          </a:r>
          <a:endParaRPr lang="en-US" dirty="0"/>
        </a:p>
      </dgm:t>
    </dgm:pt>
    <dgm:pt modelId="{A01B8185-C6D0-49FA-8E83-14A2B238072D}" type="parTrans" cxnId="{395020F0-3CF9-4634-A0E4-860CE3E12C2F}">
      <dgm:prSet/>
      <dgm:spPr/>
      <dgm:t>
        <a:bodyPr/>
        <a:lstStyle/>
        <a:p>
          <a:endParaRPr lang="en-US"/>
        </a:p>
      </dgm:t>
    </dgm:pt>
    <dgm:pt modelId="{7627EE83-F011-41F3-9D1F-DE6A66299E97}" type="sibTrans" cxnId="{395020F0-3CF9-4634-A0E4-860CE3E12C2F}">
      <dgm:prSet/>
      <dgm:spPr/>
      <dgm:t>
        <a:bodyPr/>
        <a:lstStyle/>
        <a:p>
          <a:endParaRPr lang="en-US"/>
        </a:p>
      </dgm:t>
    </dgm:pt>
    <dgm:pt modelId="{833E7A0D-274B-44FE-8B73-5600C998D6A4}">
      <dgm:prSet/>
      <dgm:spPr/>
      <dgm:t>
        <a:bodyPr/>
        <a:lstStyle/>
        <a:p>
          <a:r>
            <a:rPr lang="en-IE" dirty="0">
              <a:hlinkClick xmlns:r="http://schemas.openxmlformats.org/officeDocument/2006/relationships" r:id="rId4"/>
            </a:rPr>
            <a:t>https://www.sas.org.uk/plastic-pollution/plastic-pollution-facts-figures/</a:t>
          </a:r>
          <a:endParaRPr lang="en-IE" dirty="0"/>
        </a:p>
      </dgm:t>
    </dgm:pt>
    <dgm:pt modelId="{D62A491D-4760-4A23-9A07-F258949736FE}" type="parTrans" cxnId="{30F17F21-45C1-41E1-8957-47ED11F7D7C8}">
      <dgm:prSet/>
      <dgm:spPr/>
    </dgm:pt>
    <dgm:pt modelId="{738FA4C1-C10A-466D-9762-E1DFA4A1C371}" type="sibTrans" cxnId="{30F17F21-45C1-41E1-8957-47ED11F7D7C8}">
      <dgm:prSet/>
      <dgm:spPr/>
    </dgm:pt>
    <dgm:pt modelId="{E4919C23-8302-45EB-8AFF-BE14EFA36050}" type="pres">
      <dgm:prSet presAssocID="{149D3C63-FD49-415C-9C62-5949090D7686}" presName="linear" presStyleCnt="0">
        <dgm:presLayoutVars>
          <dgm:animLvl val="lvl"/>
          <dgm:resizeHandles val="exact"/>
        </dgm:presLayoutVars>
      </dgm:prSet>
      <dgm:spPr/>
    </dgm:pt>
    <dgm:pt modelId="{9FCE9159-26E4-44ED-B94F-7034BAC75796}" type="pres">
      <dgm:prSet presAssocID="{0100884C-0D59-4F4B-A96C-9A0A043E298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8478F6B-9111-401A-95BD-F09E20D4C00C}" type="pres">
      <dgm:prSet presAssocID="{1D1B5700-B0CD-4318-986E-AA27D324484F}" presName="spacer" presStyleCnt="0"/>
      <dgm:spPr/>
    </dgm:pt>
    <dgm:pt modelId="{F91E6A8B-52FA-4ABB-9593-F5E028EAC164}" type="pres">
      <dgm:prSet presAssocID="{A475ACF2-D4AA-40F3-83CF-470912F346D0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D9DB26B7-2266-437A-8B58-7E948873107D}" type="pres">
      <dgm:prSet presAssocID="{6D641EB8-A1CE-45E0-A548-4DB2C7627942}" presName="spacer" presStyleCnt="0"/>
      <dgm:spPr/>
    </dgm:pt>
    <dgm:pt modelId="{F7B3E825-D673-4AB9-92CB-3670CC86C10F}" type="pres">
      <dgm:prSet presAssocID="{5A484EFF-3CCA-491B-A7D9-2D5E477FE72D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F390A30-5DB4-4B07-813C-8821181650E6}" type="pres">
      <dgm:prSet presAssocID="{7627EE83-F011-41F3-9D1F-DE6A66299E97}" presName="spacer" presStyleCnt="0"/>
      <dgm:spPr/>
    </dgm:pt>
    <dgm:pt modelId="{57FB5768-D5AE-40C5-A2A2-3BD8EB387DF5}" type="pres">
      <dgm:prSet presAssocID="{833E7A0D-274B-44FE-8B73-5600C998D6A4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52844603-23AC-4E9F-950F-981F44ED89E3}" type="presOf" srcId="{5A484EFF-3CCA-491B-A7D9-2D5E477FE72D}" destId="{F7B3E825-D673-4AB9-92CB-3670CC86C10F}" srcOrd="0" destOrd="0" presId="urn:microsoft.com/office/officeart/2005/8/layout/vList2"/>
    <dgm:cxn modelId="{ADAFCC16-BDCF-4ED7-9226-418A1053ABE6}" type="presOf" srcId="{A475ACF2-D4AA-40F3-83CF-470912F346D0}" destId="{F91E6A8B-52FA-4ABB-9593-F5E028EAC164}" srcOrd="0" destOrd="0" presId="urn:microsoft.com/office/officeart/2005/8/layout/vList2"/>
    <dgm:cxn modelId="{30F17F21-45C1-41E1-8957-47ED11F7D7C8}" srcId="{149D3C63-FD49-415C-9C62-5949090D7686}" destId="{833E7A0D-274B-44FE-8B73-5600C998D6A4}" srcOrd="3" destOrd="0" parTransId="{D62A491D-4760-4A23-9A07-F258949736FE}" sibTransId="{738FA4C1-C10A-466D-9762-E1DFA4A1C371}"/>
    <dgm:cxn modelId="{FF28E349-3FF8-4DED-8868-F597B4A3C2EE}" type="presOf" srcId="{149D3C63-FD49-415C-9C62-5949090D7686}" destId="{E4919C23-8302-45EB-8AFF-BE14EFA36050}" srcOrd="0" destOrd="0" presId="urn:microsoft.com/office/officeart/2005/8/layout/vList2"/>
    <dgm:cxn modelId="{87BEBC7A-BCD3-49B0-85C2-A7A98A968945}" srcId="{149D3C63-FD49-415C-9C62-5949090D7686}" destId="{0100884C-0D59-4F4B-A96C-9A0A043E2983}" srcOrd="0" destOrd="0" parTransId="{287AB8FB-9C4B-4A2B-9768-1F36FAC54738}" sibTransId="{1D1B5700-B0CD-4318-986E-AA27D324484F}"/>
    <dgm:cxn modelId="{559EAC85-E441-49DF-9C3A-45DE610A2BBD}" type="presOf" srcId="{833E7A0D-274B-44FE-8B73-5600C998D6A4}" destId="{57FB5768-D5AE-40C5-A2A2-3BD8EB387DF5}" srcOrd="0" destOrd="0" presId="urn:microsoft.com/office/officeart/2005/8/layout/vList2"/>
    <dgm:cxn modelId="{766EE4BE-B9CD-4B9E-B1F8-80D2E3A2FAD8}" srcId="{149D3C63-FD49-415C-9C62-5949090D7686}" destId="{A475ACF2-D4AA-40F3-83CF-470912F346D0}" srcOrd="1" destOrd="0" parTransId="{2693D42A-878D-49D0-8065-C6C947C79797}" sibTransId="{6D641EB8-A1CE-45E0-A548-4DB2C7627942}"/>
    <dgm:cxn modelId="{395020F0-3CF9-4634-A0E4-860CE3E12C2F}" srcId="{149D3C63-FD49-415C-9C62-5949090D7686}" destId="{5A484EFF-3CCA-491B-A7D9-2D5E477FE72D}" srcOrd="2" destOrd="0" parTransId="{A01B8185-C6D0-49FA-8E83-14A2B238072D}" sibTransId="{7627EE83-F011-41F3-9D1F-DE6A66299E97}"/>
    <dgm:cxn modelId="{55024EFB-AFFF-41A9-B0A5-CFC237E9A0D1}" type="presOf" srcId="{0100884C-0D59-4F4B-A96C-9A0A043E2983}" destId="{9FCE9159-26E4-44ED-B94F-7034BAC75796}" srcOrd="0" destOrd="0" presId="urn:microsoft.com/office/officeart/2005/8/layout/vList2"/>
    <dgm:cxn modelId="{C3BB25E3-73A9-4FEA-9541-9DCCD87E85BE}" type="presParOf" srcId="{E4919C23-8302-45EB-8AFF-BE14EFA36050}" destId="{9FCE9159-26E4-44ED-B94F-7034BAC75796}" srcOrd="0" destOrd="0" presId="urn:microsoft.com/office/officeart/2005/8/layout/vList2"/>
    <dgm:cxn modelId="{48A7AB8C-F88B-4DA2-B13F-137A944202D7}" type="presParOf" srcId="{E4919C23-8302-45EB-8AFF-BE14EFA36050}" destId="{08478F6B-9111-401A-95BD-F09E20D4C00C}" srcOrd="1" destOrd="0" presId="urn:microsoft.com/office/officeart/2005/8/layout/vList2"/>
    <dgm:cxn modelId="{7B3E4E3C-AB4B-41DD-8FE5-CC03621F3B73}" type="presParOf" srcId="{E4919C23-8302-45EB-8AFF-BE14EFA36050}" destId="{F91E6A8B-52FA-4ABB-9593-F5E028EAC164}" srcOrd="2" destOrd="0" presId="urn:microsoft.com/office/officeart/2005/8/layout/vList2"/>
    <dgm:cxn modelId="{260D834D-5B0E-4C91-9E6E-6BD286D630C6}" type="presParOf" srcId="{E4919C23-8302-45EB-8AFF-BE14EFA36050}" destId="{D9DB26B7-2266-437A-8B58-7E948873107D}" srcOrd="3" destOrd="0" presId="urn:microsoft.com/office/officeart/2005/8/layout/vList2"/>
    <dgm:cxn modelId="{3F2AF483-F463-45B9-94E3-2ACFFF84DC4B}" type="presParOf" srcId="{E4919C23-8302-45EB-8AFF-BE14EFA36050}" destId="{F7B3E825-D673-4AB9-92CB-3670CC86C10F}" srcOrd="4" destOrd="0" presId="urn:microsoft.com/office/officeart/2005/8/layout/vList2"/>
    <dgm:cxn modelId="{E489B544-7526-4B3C-B20B-850ADA216065}" type="presParOf" srcId="{E4919C23-8302-45EB-8AFF-BE14EFA36050}" destId="{6F390A30-5DB4-4B07-813C-8821181650E6}" srcOrd="5" destOrd="0" presId="urn:microsoft.com/office/officeart/2005/8/layout/vList2"/>
    <dgm:cxn modelId="{9202DA7F-7A12-4252-B0C8-8AE75E1051CB}" type="presParOf" srcId="{E4919C23-8302-45EB-8AFF-BE14EFA36050}" destId="{57FB5768-D5AE-40C5-A2A2-3BD8EB387DF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7968AD-E3A2-444D-9390-5B3F95C17CA5}">
      <dsp:nvSpPr>
        <dsp:cNvPr id="0" name=""/>
        <dsp:cNvSpPr/>
      </dsp:nvSpPr>
      <dsp:spPr>
        <a:xfrm>
          <a:off x="0" y="542390"/>
          <a:ext cx="6666833" cy="66338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2700" kern="1200"/>
            <a:t>One of 17 Sustainable Development Goals</a:t>
          </a:r>
          <a:endParaRPr lang="en-US" sz="2700" kern="1200"/>
        </a:p>
      </dsp:txBody>
      <dsp:txXfrm>
        <a:off x="32384" y="574774"/>
        <a:ext cx="6602065" cy="598621"/>
      </dsp:txXfrm>
    </dsp:sp>
    <dsp:sp modelId="{A3CC69C9-44DE-4026-B653-EF8EEADFB38E}">
      <dsp:nvSpPr>
        <dsp:cNvPr id="0" name=""/>
        <dsp:cNvSpPr/>
      </dsp:nvSpPr>
      <dsp:spPr>
        <a:xfrm>
          <a:off x="0" y="1283539"/>
          <a:ext cx="6666833" cy="663389"/>
        </a:xfrm>
        <a:prstGeom prst="roundRect">
          <a:avLst/>
        </a:prstGeom>
        <a:gradFill rotWithShape="0">
          <a:gsLst>
            <a:gs pos="0">
              <a:schemeClr val="accent2">
                <a:hueOff val="1288723"/>
                <a:satOff val="-3699"/>
                <a:lumOff val="-592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1288723"/>
                <a:satOff val="-3699"/>
                <a:lumOff val="-592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1288723"/>
                <a:satOff val="-3699"/>
                <a:lumOff val="-592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2700" kern="1200"/>
            <a:t>Created 2015 </a:t>
          </a:r>
          <a:endParaRPr lang="en-US" sz="2700" kern="1200"/>
        </a:p>
      </dsp:txBody>
      <dsp:txXfrm>
        <a:off x="32384" y="1315923"/>
        <a:ext cx="6602065" cy="598621"/>
      </dsp:txXfrm>
    </dsp:sp>
    <dsp:sp modelId="{933516B1-4048-4527-B5B7-0D2BF71D7A16}">
      <dsp:nvSpPr>
        <dsp:cNvPr id="0" name=""/>
        <dsp:cNvSpPr/>
      </dsp:nvSpPr>
      <dsp:spPr>
        <a:xfrm>
          <a:off x="0" y="2024690"/>
          <a:ext cx="6666833" cy="663389"/>
        </a:xfrm>
        <a:prstGeom prst="roundRect">
          <a:avLst/>
        </a:prstGeom>
        <a:gradFill rotWithShape="0">
          <a:gsLst>
            <a:gs pos="0">
              <a:schemeClr val="accent2">
                <a:hueOff val="2577445"/>
                <a:satOff val="-7397"/>
                <a:lumOff val="-1184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577445"/>
                <a:satOff val="-7397"/>
                <a:lumOff val="-1184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577445"/>
                <a:satOff val="-7397"/>
                <a:lumOff val="-1184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/>
            <a:t>193 member states of the United Nations</a:t>
          </a:r>
          <a:endParaRPr lang="en-US" sz="2700" kern="1200"/>
        </a:p>
      </dsp:txBody>
      <dsp:txXfrm>
        <a:off x="32384" y="2057074"/>
        <a:ext cx="6602065" cy="598621"/>
      </dsp:txXfrm>
    </dsp:sp>
    <dsp:sp modelId="{A096DBB9-3163-4379-A6E5-95CECB39EB43}">
      <dsp:nvSpPr>
        <dsp:cNvPr id="0" name=""/>
        <dsp:cNvSpPr/>
      </dsp:nvSpPr>
      <dsp:spPr>
        <a:xfrm>
          <a:off x="0" y="2765840"/>
          <a:ext cx="6666833" cy="663389"/>
        </a:xfrm>
        <a:prstGeom prst="roundRect">
          <a:avLst/>
        </a:prstGeom>
        <a:gradFill rotWithShape="0">
          <a:gsLst>
            <a:gs pos="0">
              <a:schemeClr val="accent2">
                <a:hueOff val="3866169"/>
                <a:satOff val="-11096"/>
                <a:lumOff val="-17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866169"/>
                <a:satOff val="-11096"/>
                <a:lumOff val="-17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866169"/>
                <a:satOff val="-11096"/>
                <a:lumOff val="-17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2700" kern="1200"/>
            <a:t>Plan for 2030</a:t>
          </a:r>
          <a:endParaRPr lang="en-US" sz="2700" kern="1200"/>
        </a:p>
      </dsp:txBody>
      <dsp:txXfrm>
        <a:off x="32384" y="2798224"/>
        <a:ext cx="6602065" cy="598621"/>
      </dsp:txXfrm>
    </dsp:sp>
    <dsp:sp modelId="{E4BA127D-5049-4513-92B8-87762CD5AE29}">
      <dsp:nvSpPr>
        <dsp:cNvPr id="0" name=""/>
        <dsp:cNvSpPr/>
      </dsp:nvSpPr>
      <dsp:spPr>
        <a:xfrm>
          <a:off x="0" y="3506990"/>
          <a:ext cx="6666833" cy="663389"/>
        </a:xfrm>
        <a:prstGeom prst="roundRect">
          <a:avLst/>
        </a:prstGeom>
        <a:gradFill rotWithShape="0">
          <a:gsLst>
            <a:gs pos="0">
              <a:schemeClr val="accent2">
                <a:hueOff val="5154891"/>
                <a:satOff val="-14794"/>
                <a:lumOff val="-2368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5154891"/>
                <a:satOff val="-14794"/>
                <a:lumOff val="-2368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5154891"/>
                <a:satOff val="-14794"/>
                <a:lumOff val="-2368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2700" kern="1200"/>
            <a:t>Focus: Oceans, Seas, and Marine Life</a:t>
          </a:r>
          <a:endParaRPr lang="en-US" sz="2700" kern="1200"/>
        </a:p>
      </dsp:txBody>
      <dsp:txXfrm>
        <a:off x="32384" y="3539374"/>
        <a:ext cx="6602065" cy="598621"/>
      </dsp:txXfrm>
    </dsp:sp>
    <dsp:sp modelId="{98D57E4F-C4A2-4710-AF8A-DA2B4A74F870}">
      <dsp:nvSpPr>
        <dsp:cNvPr id="0" name=""/>
        <dsp:cNvSpPr/>
      </dsp:nvSpPr>
      <dsp:spPr>
        <a:xfrm>
          <a:off x="0" y="4248140"/>
          <a:ext cx="6666833" cy="663389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2700" kern="1200"/>
            <a:t>Aim: Protect &amp; use oceans sustainably</a:t>
          </a:r>
          <a:endParaRPr lang="en-US" sz="2700" kern="1200"/>
        </a:p>
      </dsp:txBody>
      <dsp:txXfrm>
        <a:off x="32384" y="4280524"/>
        <a:ext cx="6602065" cy="59862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F10425-8376-4158-9A27-9AA2B5D6A4E0}">
      <dsp:nvSpPr>
        <dsp:cNvPr id="0" name=""/>
        <dsp:cNvSpPr/>
      </dsp:nvSpPr>
      <dsp:spPr>
        <a:xfrm>
          <a:off x="0" y="1039797"/>
          <a:ext cx="6666833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C7582E-13A3-4E5E-B5C1-5191498C8428}">
      <dsp:nvSpPr>
        <dsp:cNvPr id="0" name=""/>
        <dsp:cNvSpPr/>
      </dsp:nvSpPr>
      <dsp:spPr>
        <a:xfrm>
          <a:off x="333341" y="818397"/>
          <a:ext cx="4666783" cy="44280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1500" kern="1200"/>
            <a:t>Cover 70% of Earth</a:t>
          </a:r>
          <a:endParaRPr lang="en-US" sz="1500" kern="1200"/>
        </a:p>
      </dsp:txBody>
      <dsp:txXfrm>
        <a:off x="354957" y="840013"/>
        <a:ext cx="4623551" cy="399568"/>
      </dsp:txXfrm>
    </dsp:sp>
    <dsp:sp modelId="{84DEBD89-7E71-4FE7-89F2-52422BF3015E}">
      <dsp:nvSpPr>
        <dsp:cNvPr id="0" name=""/>
        <dsp:cNvSpPr/>
      </dsp:nvSpPr>
      <dsp:spPr>
        <a:xfrm>
          <a:off x="0" y="1720197"/>
          <a:ext cx="6666833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1610903"/>
              <a:satOff val="-4623"/>
              <a:lumOff val="-7402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A18BA0-7B67-4379-A0FC-6DE5F99C251A}">
      <dsp:nvSpPr>
        <dsp:cNvPr id="0" name=""/>
        <dsp:cNvSpPr/>
      </dsp:nvSpPr>
      <dsp:spPr>
        <a:xfrm>
          <a:off x="333341" y="1498797"/>
          <a:ext cx="4666783" cy="442800"/>
        </a:xfrm>
        <a:prstGeom prst="roundRect">
          <a:avLst/>
        </a:prstGeom>
        <a:gradFill rotWithShape="0">
          <a:gsLst>
            <a:gs pos="0">
              <a:schemeClr val="accent2">
                <a:hueOff val="1610903"/>
                <a:satOff val="-4623"/>
                <a:lumOff val="-740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1610903"/>
                <a:satOff val="-4623"/>
                <a:lumOff val="-740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1610903"/>
                <a:satOff val="-4623"/>
                <a:lumOff val="-740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1500" kern="1200"/>
            <a:t>Produce 50% of oxygen – plants and plankton</a:t>
          </a:r>
          <a:endParaRPr lang="en-US" sz="1500" kern="1200"/>
        </a:p>
      </dsp:txBody>
      <dsp:txXfrm>
        <a:off x="354957" y="1520413"/>
        <a:ext cx="4623551" cy="399568"/>
      </dsp:txXfrm>
    </dsp:sp>
    <dsp:sp modelId="{A957907A-F5A4-4789-A785-224780260D23}">
      <dsp:nvSpPr>
        <dsp:cNvPr id="0" name=""/>
        <dsp:cNvSpPr/>
      </dsp:nvSpPr>
      <dsp:spPr>
        <a:xfrm>
          <a:off x="0" y="2400597"/>
          <a:ext cx="6666833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831C48-24B3-40AA-A711-625BDA93BF99}">
      <dsp:nvSpPr>
        <dsp:cNvPr id="0" name=""/>
        <dsp:cNvSpPr/>
      </dsp:nvSpPr>
      <dsp:spPr>
        <a:xfrm>
          <a:off x="333341" y="2179197"/>
          <a:ext cx="4666783" cy="442800"/>
        </a:xfrm>
        <a:prstGeom prst="roundRect">
          <a:avLst/>
        </a:prstGeom>
        <a:gradFill rotWithShape="0">
          <a:gsLst>
            <a:gs pos="0">
              <a:schemeClr val="accent2">
                <a:hueOff val="3221807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7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7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1500" kern="1200"/>
            <a:t>Support &gt; 3 Billion people – Food and Livelihoods</a:t>
          </a:r>
          <a:endParaRPr lang="en-US" sz="1500" kern="1200"/>
        </a:p>
      </dsp:txBody>
      <dsp:txXfrm>
        <a:off x="354957" y="2200813"/>
        <a:ext cx="4623551" cy="399568"/>
      </dsp:txXfrm>
    </dsp:sp>
    <dsp:sp modelId="{D5CFBC3D-F475-49C1-868E-A2FD0D111299}">
      <dsp:nvSpPr>
        <dsp:cNvPr id="0" name=""/>
        <dsp:cNvSpPr/>
      </dsp:nvSpPr>
      <dsp:spPr>
        <a:xfrm>
          <a:off x="0" y="3080997"/>
          <a:ext cx="6666833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4832710"/>
              <a:satOff val="-13870"/>
              <a:lumOff val="-22207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003895-D69D-4FDD-BE5C-CECCCD35ABDB}">
      <dsp:nvSpPr>
        <dsp:cNvPr id="0" name=""/>
        <dsp:cNvSpPr/>
      </dsp:nvSpPr>
      <dsp:spPr>
        <a:xfrm>
          <a:off x="333341" y="2859597"/>
          <a:ext cx="4666783" cy="442800"/>
        </a:xfrm>
        <a:prstGeom prst="roundRect">
          <a:avLst/>
        </a:prstGeom>
        <a:gradFill rotWithShape="0">
          <a:gsLst>
            <a:gs pos="0">
              <a:schemeClr val="accent2">
                <a:hueOff val="4832710"/>
                <a:satOff val="-13870"/>
                <a:lumOff val="-2220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832710"/>
                <a:satOff val="-13870"/>
                <a:lumOff val="-2220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832710"/>
                <a:satOff val="-13870"/>
                <a:lumOff val="-2220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1500" kern="1200"/>
            <a:t>Helps regulate climate</a:t>
          </a:r>
          <a:endParaRPr lang="en-US" sz="1500" kern="1200"/>
        </a:p>
      </dsp:txBody>
      <dsp:txXfrm>
        <a:off x="354957" y="2881213"/>
        <a:ext cx="4623551" cy="399568"/>
      </dsp:txXfrm>
    </dsp:sp>
    <dsp:sp modelId="{D617BC87-0ACE-4630-B614-1D1D5B038D7A}">
      <dsp:nvSpPr>
        <dsp:cNvPr id="0" name=""/>
        <dsp:cNvSpPr/>
      </dsp:nvSpPr>
      <dsp:spPr>
        <a:xfrm>
          <a:off x="0" y="3761397"/>
          <a:ext cx="6666833" cy="8741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312420" rIns="517420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E" sz="1500" kern="1200"/>
            <a:t>30% carbon emissions 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E" sz="1500" kern="1200"/>
            <a:t>90% excess heat in climate</a:t>
          </a:r>
          <a:endParaRPr lang="en-US" sz="1500" kern="1200"/>
        </a:p>
      </dsp:txBody>
      <dsp:txXfrm>
        <a:off x="0" y="3761397"/>
        <a:ext cx="6666833" cy="874125"/>
      </dsp:txXfrm>
    </dsp:sp>
    <dsp:sp modelId="{DC44E497-055F-4401-80A6-3D03B093F4EA}">
      <dsp:nvSpPr>
        <dsp:cNvPr id="0" name=""/>
        <dsp:cNvSpPr/>
      </dsp:nvSpPr>
      <dsp:spPr>
        <a:xfrm>
          <a:off x="333341" y="3539997"/>
          <a:ext cx="4666783" cy="44280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1500" kern="1200"/>
            <a:t>Absorbs:</a:t>
          </a:r>
          <a:endParaRPr lang="en-US" sz="1500" kern="1200"/>
        </a:p>
      </dsp:txBody>
      <dsp:txXfrm>
        <a:off x="354957" y="3561613"/>
        <a:ext cx="4623551" cy="39956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3B53B0-BCBE-44BA-9E31-BECD6A1CD162}">
      <dsp:nvSpPr>
        <dsp:cNvPr id="0" name=""/>
        <dsp:cNvSpPr/>
      </dsp:nvSpPr>
      <dsp:spPr>
        <a:xfrm>
          <a:off x="718664" y="453902"/>
          <a:ext cx="1955812" cy="195581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1CA68E-BFE3-46C4-AB2B-C70FFEAD25DC}">
      <dsp:nvSpPr>
        <dsp:cNvPr id="0" name=""/>
        <dsp:cNvSpPr/>
      </dsp:nvSpPr>
      <dsp:spPr>
        <a:xfrm>
          <a:off x="1135476" y="870714"/>
          <a:ext cx="1122187" cy="1122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3A4175-D157-4B6C-833D-C1832C2DD50E}">
      <dsp:nvSpPr>
        <dsp:cNvPr id="0" name=""/>
        <dsp:cNvSpPr/>
      </dsp:nvSpPr>
      <dsp:spPr>
        <a:xfrm>
          <a:off x="93445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E" sz="2500" kern="1200"/>
            <a:t>Millions of species</a:t>
          </a:r>
          <a:endParaRPr lang="en-US" sz="2500" kern="1200"/>
        </a:p>
      </dsp:txBody>
      <dsp:txXfrm>
        <a:off x="93445" y="3018902"/>
        <a:ext cx="3206250" cy="720000"/>
      </dsp:txXfrm>
    </dsp:sp>
    <dsp:sp modelId="{545A7367-8E31-4C7F-BDEA-AAA1475CBBA9}">
      <dsp:nvSpPr>
        <dsp:cNvPr id="0" name=""/>
        <dsp:cNvSpPr/>
      </dsp:nvSpPr>
      <dsp:spPr>
        <a:xfrm>
          <a:off x="4486008" y="453902"/>
          <a:ext cx="1955812" cy="195581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B798A4-4F33-417E-95D2-8027585821AD}">
      <dsp:nvSpPr>
        <dsp:cNvPr id="0" name=""/>
        <dsp:cNvSpPr/>
      </dsp:nvSpPr>
      <dsp:spPr>
        <a:xfrm>
          <a:off x="4902820" y="870714"/>
          <a:ext cx="1122187" cy="1122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28E675-2DB0-42D5-84E3-5100CB81E792}">
      <dsp:nvSpPr>
        <dsp:cNvPr id="0" name=""/>
        <dsp:cNvSpPr/>
      </dsp:nvSpPr>
      <dsp:spPr>
        <a:xfrm>
          <a:off x="3860789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E" sz="2500" kern="1200"/>
            <a:t>Coral reefs, fish, mammals</a:t>
          </a:r>
          <a:endParaRPr lang="en-US" sz="2500" kern="1200"/>
        </a:p>
      </dsp:txBody>
      <dsp:txXfrm>
        <a:off x="3860789" y="3018902"/>
        <a:ext cx="3206250" cy="720000"/>
      </dsp:txXfrm>
    </dsp:sp>
    <dsp:sp modelId="{1885BA89-EA50-4581-89DE-7C0DE8F994DC}">
      <dsp:nvSpPr>
        <dsp:cNvPr id="0" name=""/>
        <dsp:cNvSpPr/>
      </dsp:nvSpPr>
      <dsp:spPr>
        <a:xfrm>
          <a:off x="8253352" y="453902"/>
          <a:ext cx="1955812" cy="195581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78033D-6066-4034-B056-AE151BBE4A22}">
      <dsp:nvSpPr>
        <dsp:cNvPr id="0" name=""/>
        <dsp:cNvSpPr/>
      </dsp:nvSpPr>
      <dsp:spPr>
        <a:xfrm>
          <a:off x="8670164" y="870714"/>
          <a:ext cx="1122187" cy="1122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3DDB00-035E-4CD7-A124-E514A805C3A3}">
      <dsp:nvSpPr>
        <dsp:cNvPr id="0" name=""/>
        <dsp:cNvSpPr/>
      </dsp:nvSpPr>
      <dsp:spPr>
        <a:xfrm>
          <a:off x="7628133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E" sz="2500" kern="1200"/>
            <a:t>Complex ecosystems</a:t>
          </a:r>
          <a:endParaRPr lang="en-US" sz="2500" kern="1200"/>
        </a:p>
      </dsp:txBody>
      <dsp:txXfrm>
        <a:off x="7628133" y="3018902"/>
        <a:ext cx="320625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639302-9525-4F24-A816-6044CF186457}">
      <dsp:nvSpPr>
        <dsp:cNvPr id="0" name=""/>
        <dsp:cNvSpPr/>
      </dsp:nvSpPr>
      <dsp:spPr>
        <a:xfrm>
          <a:off x="947201" y="818755"/>
          <a:ext cx="1451800" cy="14518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24A3BA-D091-49C9-ACCD-060CBD6E1DF3}">
      <dsp:nvSpPr>
        <dsp:cNvPr id="0" name=""/>
        <dsp:cNvSpPr/>
      </dsp:nvSpPr>
      <dsp:spPr>
        <a:xfrm>
          <a:off x="59990" y="2654049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2300" kern="1200"/>
            <a:t>Plastic waste – 12 Million Tonnes</a:t>
          </a:r>
          <a:endParaRPr lang="en-US" sz="2300" kern="1200"/>
        </a:p>
      </dsp:txBody>
      <dsp:txXfrm>
        <a:off x="59990" y="2654049"/>
        <a:ext cx="3226223" cy="720000"/>
      </dsp:txXfrm>
    </dsp:sp>
    <dsp:sp modelId="{12F5443B-1833-4B06-9B67-F6F4A07457E8}">
      <dsp:nvSpPr>
        <dsp:cNvPr id="0" name=""/>
        <dsp:cNvSpPr/>
      </dsp:nvSpPr>
      <dsp:spPr>
        <a:xfrm>
          <a:off x="4738014" y="818755"/>
          <a:ext cx="1451800" cy="14518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EA9B5B-56F1-48E0-88D8-6B6BC3134E62}">
      <dsp:nvSpPr>
        <dsp:cNvPr id="0" name=""/>
        <dsp:cNvSpPr/>
      </dsp:nvSpPr>
      <dsp:spPr>
        <a:xfrm>
          <a:off x="3850802" y="2654049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2300" kern="1200"/>
            <a:t>Oil Spills</a:t>
          </a:r>
          <a:endParaRPr lang="en-US" sz="2300" kern="1200"/>
        </a:p>
      </dsp:txBody>
      <dsp:txXfrm>
        <a:off x="3850802" y="2654049"/>
        <a:ext cx="3226223" cy="720000"/>
      </dsp:txXfrm>
    </dsp:sp>
    <dsp:sp modelId="{588D2345-4536-4611-B0FF-E1411AD1CEE5}">
      <dsp:nvSpPr>
        <dsp:cNvPr id="0" name=""/>
        <dsp:cNvSpPr/>
      </dsp:nvSpPr>
      <dsp:spPr>
        <a:xfrm>
          <a:off x="8528826" y="818755"/>
          <a:ext cx="1451800" cy="14518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FC2613-CE88-4FFB-A4D2-DD9AEB3CEFB9}">
      <dsp:nvSpPr>
        <dsp:cNvPr id="0" name=""/>
        <dsp:cNvSpPr/>
      </dsp:nvSpPr>
      <dsp:spPr>
        <a:xfrm>
          <a:off x="7641615" y="2654049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2300" kern="1200"/>
            <a:t>Chemical runoff</a:t>
          </a:r>
          <a:endParaRPr lang="en-US" sz="2300" kern="1200"/>
        </a:p>
      </dsp:txBody>
      <dsp:txXfrm>
        <a:off x="7641615" y="2654049"/>
        <a:ext cx="3226223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BB0AD3-3FA9-44B1-9E28-CE0858A3071F}">
      <dsp:nvSpPr>
        <dsp:cNvPr id="0" name=""/>
        <dsp:cNvSpPr/>
      </dsp:nvSpPr>
      <dsp:spPr>
        <a:xfrm>
          <a:off x="0" y="481639"/>
          <a:ext cx="6666833" cy="103194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4200" kern="1200"/>
            <a:t>Animals ingest plastic</a:t>
          </a:r>
          <a:endParaRPr lang="en-US" sz="4200" kern="1200"/>
        </a:p>
      </dsp:txBody>
      <dsp:txXfrm>
        <a:off x="50375" y="532014"/>
        <a:ext cx="6566083" cy="931190"/>
      </dsp:txXfrm>
    </dsp:sp>
    <dsp:sp modelId="{E95AD88E-726B-4CC9-8B28-BD5CAA05FACD}">
      <dsp:nvSpPr>
        <dsp:cNvPr id="0" name=""/>
        <dsp:cNvSpPr/>
      </dsp:nvSpPr>
      <dsp:spPr>
        <a:xfrm>
          <a:off x="0" y="1634539"/>
          <a:ext cx="6666833" cy="1031940"/>
        </a:xfrm>
        <a:prstGeom prst="roundRect">
          <a:avLst/>
        </a:prstGeom>
        <a:gradFill rotWithShape="0">
          <a:gsLst>
            <a:gs pos="0">
              <a:schemeClr val="accent2">
                <a:hueOff val="2147871"/>
                <a:satOff val="-6164"/>
                <a:lumOff val="-987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147871"/>
                <a:satOff val="-6164"/>
                <a:lumOff val="-987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147871"/>
                <a:satOff val="-6164"/>
                <a:lumOff val="-987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4200" kern="1200"/>
            <a:t>Entanglement</a:t>
          </a:r>
          <a:endParaRPr lang="en-US" sz="4200" kern="1200"/>
        </a:p>
      </dsp:txBody>
      <dsp:txXfrm>
        <a:off x="50375" y="1684914"/>
        <a:ext cx="6566083" cy="931190"/>
      </dsp:txXfrm>
    </dsp:sp>
    <dsp:sp modelId="{C7AFFEE3-35B6-4CBC-92B7-5632D3C2DC90}">
      <dsp:nvSpPr>
        <dsp:cNvPr id="0" name=""/>
        <dsp:cNvSpPr/>
      </dsp:nvSpPr>
      <dsp:spPr>
        <a:xfrm>
          <a:off x="0" y="2787439"/>
          <a:ext cx="6666833" cy="1031940"/>
        </a:xfrm>
        <a:prstGeom prst="roundRect">
          <a:avLst/>
        </a:prstGeom>
        <a:gradFill rotWithShape="0">
          <a:gsLst>
            <a:gs pos="0">
              <a:schemeClr val="accent2">
                <a:hueOff val="4295743"/>
                <a:satOff val="-12329"/>
                <a:lumOff val="-1973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295743"/>
                <a:satOff val="-12329"/>
                <a:lumOff val="-1973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295743"/>
                <a:satOff val="-12329"/>
                <a:lumOff val="-1973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4200" kern="1200"/>
            <a:t>Microplastics in food chain</a:t>
          </a:r>
          <a:endParaRPr lang="en-US" sz="4200" kern="1200"/>
        </a:p>
      </dsp:txBody>
      <dsp:txXfrm>
        <a:off x="50375" y="2837814"/>
        <a:ext cx="6566083" cy="931190"/>
      </dsp:txXfrm>
    </dsp:sp>
    <dsp:sp modelId="{C1F24008-8C34-4654-BABA-E3491F2F0553}">
      <dsp:nvSpPr>
        <dsp:cNvPr id="0" name=""/>
        <dsp:cNvSpPr/>
      </dsp:nvSpPr>
      <dsp:spPr>
        <a:xfrm>
          <a:off x="0" y="3940340"/>
          <a:ext cx="6666833" cy="103194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4200" kern="1200"/>
            <a:t>Birds/Fish killed by oil</a:t>
          </a:r>
          <a:endParaRPr lang="en-US" sz="4200" kern="1200"/>
        </a:p>
      </dsp:txBody>
      <dsp:txXfrm>
        <a:off x="50375" y="3990715"/>
        <a:ext cx="6566083" cy="93119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EB7E05-8F46-4D3F-9194-47DE46F0B72E}">
      <dsp:nvSpPr>
        <dsp:cNvPr id="0" name=""/>
        <dsp:cNvSpPr/>
      </dsp:nvSpPr>
      <dsp:spPr>
        <a:xfrm>
          <a:off x="0" y="321259"/>
          <a:ext cx="6666833" cy="110565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1450" tIns="171450" rIns="171450" bIns="171450" numCol="1" spcCol="1270" anchor="ctr" anchorCtr="0">
          <a:noAutofit/>
        </a:bodyPr>
        <a:lstStyle/>
        <a:p>
          <a:pPr marL="0" lvl="0" indent="0" algn="l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4500" kern="1200"/>
            <a:t>Excessive fishing</a:t>
          </a:r>
          <a:endParaRPr lang="en-US" sz="4500" kern="1200"/>
        </a:p>
      </dsp:txBody>
      <dsp:txXfrm>
        <a:off x="53973" y="375232"/>
        <a:ext cx="6558887" cy="997704"/>
      </dsp:txXfrm>
    </dsp:sp>
    <dsp:sp modelId="{408FF7F1-BCF2-4607-8291-E3DDD8DE5E8E}">
      <dsp:nvSpPr>
        <dsp:cNvPr id="0" name=""/>
        <dsp:cNvSpPr/>
      </dsp:nvSpPr>
      <dsp:spPr>
        <a:xfrm>
          <a:off x="0" y="1556509"/>
          <a:ext cx="6666833" cy="1105650"/>
        </a:xfrm>
        <a:prstGeom prst="roundRect">
          <a:avLst/>
        </a:prstGeom>
        <a:gradFill rotWithShape="0">
          <a:gsLst>
            <a:gs pos="0">
              <a:schemeClr val="accent2">
                <a:hueOff val="2147871"/>
                <a:satOff val="-6164"/>
                <a:lumOff val="-987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147871"/>
                <a:satOff val="-6164"/>
                <a:lumOff val="-987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147871"/>
                <a:satOff val="-6164"/>
                <a:lumOff val="-987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1450" tIns="171450" rIns="171450" bIns="171450" numCol="1" spcCol="1270" anchor="ctr" anchorCtr="0">
          <a:noAutofit/>
        </a:bodyPr>
        <a:lstStyle/>
        <a:p>
          <a:pPr marL="0" lvl="0" indent="0" algn="l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4500" kern="1200"/>
            <a:t>Illegal fishing</a:t>
          </a:r>
          <a:endParaRPr lang="en-US" sz="4500" kern="1200"/>
        </a:p>
      </dsp:txBody>
      <dsp:txXfrm>
        <a:off x="53973" y="1610482"/>
        <a:ext cx="6558887" cy="997704"/>
      </dsp:txXfrm>
    </dsp:sp>
    <dsp:sp modelId="{E6EFDF56-0B42-4921-87F5-7BCA21E7764B}">
      <dsp:nvSpPr>
        <dsp:cNvPr id="0" name=""/>
        <dsp:cNvSpPr/>
      </dsp:nvSpPr>
      <dsp:spPr>
        <a:xfrm>
          <a:off x="0" y="2791759"/>
          <a:ext cx="6666833" cy="1105650"/>
        </a:xfrm>
        <a:prstGeom prst="roundRect">
          <a:avLst/>
        </a:prstGeom>
        <a:gradFill rotWithShape="0">
          <a:gsLst>
            <a:gs pos="0">
              <a:schemeClr val="accent2">
                <a:hueOff val="4295743"/>
                <a:satOff val="-12329"/>
                <a:lumOff val="-1973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295743"/>
                <a:satOff val="-12329"/>
                <a:lumOff val="-1973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295743"/>
                <a:satOff val="-12329"/>
                <a:lumOff val="-1973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1450" tIns="171450" rIns="171450" bIns="171450" numCol="1" spcCol="1270" anchor="ctr" anchorCtr="0">
          <a:noAutofit/>
        </a:bodyPr>
        <a:lstStyle/>
        <a:p>
          <a:pPr marL="0" lvl="0" indent="0" algn="l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4500" kern="1200"/>
            <a:t>Declining fish population</a:t>
          </a:r>
          <a:endParaRPr lang="en-US" sz="4500" kern="1200"/>
        </a:p>
      </dsp:txBody>
      <dsp:txXfrm>
        <a:off x="53973" y="2845732"/>
        <a:ext cx="6558887" cy="997704"/>
      </dsp:txXfrm>
    </dsp:sp>
    <dsp:sp modelId="{D7ED828A-9871-4B24-B0D6-B6A5E1404B9D}">
      <dsp:nvSpPr>
        <dsp:cNvPr id="0" name=""/>
        <dsp:cNvSpPr/>
      </dsp:nvSpPr>
      <dsp:spPr>
        <a:xfrm>
          <a:off x="0" y="4027010"/>
          <a:ext cx="6666833" cy="110565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1450" tIns="171450" rIns="171450" bIns="171450" numCol="1" spcCol="1270" anchor="ctr" anchorCtr="0">
          <a:noAutofit/>
        </a:bodyPr>
        <a:lstStyle/>
        <a:p>
          <a:pPr marL="0" lvl="0" indent="0" algn="l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4500" kern="1200"/>
            <a:t>Impacts food supply</a:t>
          </a:r>
          <a:endParaRPr lang="en-US" sz="4500" kern="1200"/>
        </a:p>
      </dsp:txBody>
      <dsp:txXfrm>
        <a:off x="53973" y="4080983"/>
        <a:ext cx="6558887" cy="99770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75EA6D-A16A-4155-9B9F-DBEBFC157884}">
      <dsp:nvSpPr>
        <dsp:cNvPr id="0" name=""/>
        <dsp:cNvSpPr/>
      </dsp:nvSpPr>
      <dsp:spPr>
        <a:xfrm>
          <a:off x="0" y="718339"/>
          <a:ext cx="6666833" cy="127764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3200" kern="1200"/>
            <a:t>Rising ocean temperature</a:t>
          </a:r>
          <a:endParaRPr lang="en-US" sz="3200" kern="1200"/>
        </a:p>
      </dsp:txBody>
      <dsp:txXfrm>
        <a:off x="62369" y="780708"/>
        <a:ext cx="6542095" cy="1152902"/>
      </dsp:txXfrm>
    </dsp:sp>
    <dsp:sp modelId="{DB82E893-5C13-44BA-89E6-33BDBE25BF37}">
      <dsp:nvSpPr>
        <dsp:cNvPr id="0" name=""/>
        <dsp:cNvSpPr/>
      </dsp:nvSpPr>
      <dsp:spPr>
        <a:xfrm>
          <a:off x="0" y="2088139"/>
          <a:ext cx="6666833" cy="1277640"/>
        </a:xfrm>
        <a:prstGeom prst="roundRect">
          <a:avLst/>
        </a:prstGeom>
        <a:gradFill rotWithShape="0">
          <a:gsLst>
            <a:gs pos="0">
              <a:schemeClr val="accent5">
                <a:hueOff val="-6076075"/>
                <a:satOff val="-413"/>
                <a:lumOff val="9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076075"/>
                <a:satOff val="-413"/>
                <a:lumOff val="9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076075"/>
                <a:satOff val="-413"/>
                <a:lumOff val="9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3200" kern="1200"/>
            <a:t>Coral bleaching – expel symbiotic algae – vulnerable starvation/death</a:t>
          </a:r>
          <a:endParaRPr lang="en-US" sz="3200" kern="1200"/>
        </a:p>
      </dsp:txBody>
      <dsp:txXfrm>
        <a:off x="62369" y="2150508"/>
        <a:ext cx="6542095" cy="1152902"/>
      </dsp:txXfrm>
    </dsp:sp>
    <dsp:sp modelId="{18E623B0-BD8E-4B52-BFA7-008442FD736D}">
      <dsp:nvSpPr>
        <dsp:cNvPr id="0" name=""/>
        <dsp:cNvSpPr/>
      </dsp:nvSpPr>
      <dsp:spPr>
        <a:xfrm>
          <a:off x="0" y="3457940"/>
          <a:ext cx="6666833" cy="1277640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3200" kern="1200"/>
            <a:t>Sea level rise</a:t>
          </a:r>
          <a:endParaRPr lang="en-US" sz="3200" kern="1200"/>
        </a:p>
      </dsp:txBody>
      <dsp:txXfrm>
        <a:off x="62369" y="3520309"/>
        <a:ext cx="6542095" cy="115290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B1B761-6706-4E3A-A44B-75602E972DBA}">
      <dsp:nvSpPr>
        <dsp:cNvPr id="0" name=""/>
        <dsp:cNvSpPr/>
      </dsp:nvSpPr>
      <dsp:spPr>
        <a:xfrm>
          <a:off x="0" y="1016239"/>
          <a:ext cx="6666833" cy="78624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3200" kern="1200"/>
            <a:t>CO2 absorbed by ocean</a:t>
          </a:r>
          <a:endParaRPr lang="en-US" sz="3200" kern="1200"/>
        </a:p>
      </dsp:txBody>
      <dsp:txXfrm>
        <a:off x="38381" y="1054620"/>
        <a:ext cx="6590071" cy="709478"/>
      </dsp:txXfrm>
    </dsp:sp>
    <dsp:sp modelId="{E430B0C1-8F5B-472C-8094-498636F20A9F}">
      <dsp:nvSpPr>
        <dsp:cNvPr id="0" name=""/>
        <dsp:cNvSpPr/>
      </dsp:nvSpPr>
      <dsp:spPr>
        <a:xfrm>
          <a:off x="0" y="1894639"/>
          <a:ext cx="6666833" cy="786240"/>
        </a:xfrm>
        <a:prstGeom prst="roundRect">
          <a:avLst/>
        </a:prstGeom>
        <a:gradFill rotWithShape="0">
          <a:gsLst>
            <a:gs pos="0">
              <a:schemeClr val="accent5">
                <a:hueOff val="-4050717"/>
                <a:satOff val="-275"/>
                <a:lumOff val="65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050717"/>
                <a:satOff val="-275"/>
                <a:lumOff val="65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050717"/>
                <a:satOff val="-275"/>
                <a:lumOff val="65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3200" kern="1200"/>
            <a:t>Reduces pH level of water</a:t>
          </a:r>
          <a:endParaRPr lang="en-US" sz="3200" kern="1200"/>
        </a:p>
      </dsp:txBody>
      <dsp:txXfrm>
        <a:off x="38381" y="1933020"/>
        <a:ext cx="6590071" cy="709478"/>
      </dsp:txXfrm>
    </dsp:sp>
    <dsp:sp modelId="{29D46173-0DE4-4136-812C-363C6767A18F}">
      <dsp:nvSpPr>
        <dsp:cNvPr id="0" name=""/>
        <dsp:cNvSpPr/>
      </dsp:nvSpPr>
      <dsp:spPr>
        <a:xfrm>
          <a:off x="0" y="2773040"/>
          <a:ext cx="6666833" cy="786240"/>
        </a:xfrm>
        <a:prstGeom prst="roundRect">
          <a:avLst/>
        </a:prstGeom>
        <a:gradFill rotWithShape="0">
          <a:gsLst>
            <a:gs pos="0">
              <a:schemeClr val="accent5">
                <a:hueOff val="-8101434"/>
                <a:satOff val="-551"/>
                <a:lumOff val="130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8101434"/>
                <a:satOff val="-551"/>
                <a:lumOff val="130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8101434"/>
                <a:satOff val="-551"/>
                <a:lumOff val="130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3200" kern="1200"/>
            <a:t>Harms shellfish and coral</a:t>
          </a:r>
          <a:endParaRPr lang="en-US" sz="3200" kern="1200"/>
        </a:p>
      </dsp:txBody>
      <dsp:txXfrm>
        <a:off x="38381" y="2811421"/>
        <a:ext cx="6590071" cy="709478"/>
      </dsp:txXfrm>
    </dsp:sp>
    <dsp:sp modelId="{E20B0C45-64CF-4656-AA44-54277C70D8AE}">
      <dsp:nvSpPr>
        <dsp:cNvPr id="0" name=""/>
        <dsp:cNvSpPr/>
      </dsp:nvSpPr>
      <dsp:spPr>
        <a:xfrm>
          <a:off x="0" y="3651440"/>
          <a:ext cx="6666833" cy="786240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3200" kern="1200"/>
            <a:t>Harder to build shells and skeletons</a:t>
          </a:r>
          <a:endParaRPr lang="en-US" sz="3200" kern="1200"/>
        </a:p>
      </dsp:txBody>
      <dsp:txXfrm>
        <a:off x="38381" y="3689821"/>
        <a:ext cx="6590071" cy="709478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75A64B-E947-4D14-B2D6-1841BA282C02}">
      <dsp:nvSpPr>
        <dsp:cNvPr id="0" name=""/>
        <dsp:cNvSpPr/>
      </dsp:nvSpPr>
      <dsp:spPr>
        <a:xfrm>
          <a:off x="0" y="375485"/>
          <a:ext cx="6666833" cy="85994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3500" kern="1200"/>
            <a:t>Reduce pollution</a:t>
          </a:r>
          <a:endParaRPr lang="en-US" sz="3500" kern="1200"/>
        </a:p>
      </dsp:txBody>
      <dsp:txXfrm>
        <a:off x="41979" y="417464"/>
        <a:ext cx="6582875" cy="775991"/>
      </dsp:txXfrm>
    </dsp:sp>
    <dsp:sp modelId="{6181A47A-0D12-4766-A079-21E7F5E1B534}">
      <dsp:nvSpPr>
        <dsp:cNvPr id="0" name=""/>
        <dsp:cNvSpPr/>
      </dsp:nvSpPr>
      <dsp:spPr>
        <a:xfrm>
          <a:off x="0" y="1336235"/>
          <a:ext cx="6666833" cy="859949"/>
        </a:xfrm>
        <a:prstGeom prst="roundRect">
          <a:avLst/>
        </a:prstGeom>
        <a:gradFill rotWithShape="0">
          <a:gsLst>
            <a:gs pos="0">
              <a:schemeClr val="accent2">
                <a:hueOff val="1610903"/>
                <a:satOff val="-4623"/>
                <a:lumOff val="-740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1610903"/>
                <a:satOff val="-4623"/>
                <a:lumOff val="-740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1610903"/>
                <a:satOff val="-4623"/>
                <a:lumOff val="-740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3500" kern="1200"/>
            <a:t>Protect ecosystems</a:t>
          </a:r>
          <a:endParaRPr lang="en-US" sz="3500" kern="1200"/>
        </a:p>
      </dsp:txBody>
      <dsp:txXfrm>
        <a:off x="41979" y="1378214"/>
        <a:ext cx="6582875" cy="775991"/>
      </dsp:txXfrm>
    </dsp:sp>
    <dsp:sp modelId="{CD445D41-B58D-4065-8C12-197F8C4CBC9D}">
      <dsp:nvSpPr>
        <dsp:cNvPr id="0" name=""/>
        <dsp:cNvSpPr/>
      </dsp:nvSpPr>
      <dsp:spPr>
        <a:xfrm>
          <a:off x="0" y="2296984"/>
          <a:ext cx="6666833" cy="859949"/>
        </a:xfrm>
        <a:prstGeom prst="roundRect">
          <a:avLst/>
        </a:prstGeom>
        <a:gradFill rotWithShape="0">
          <a:gsLst>
            <a:gs pos="0">
              <a:schemeClr val="accent2">
                <a:hueOff val="3221807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7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7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3500" kern="1200"/>
            <a:t>Sustainable fishing</a:t>
          </a:r>
          <a:endParaRPr lang="en-US" sz="3500" kern="1200"/>
        </a:p>
      </dsp:txBody>
      <dsp:txXfrm>
        <a:off x="41979" y="2338963"/>
        <a:ext cx="6582875" cy="775991"/>
      </dsp:txXfrm>
    </dsp:sp>
    <dsp:sp modelId="{34072C78-BC5F-418B-9734-5427166518BA}">
      <dsp:nvSpPr>
        <dsp:cNvPr id="0" name=""/>
        <dsp:cNvSpPr/>
      </dsp:nvSpPr>
      <dsp:spPr>
        <a:xfrm>
          <a:off x="0" y="3257734"/>
          <a:ext cx="6666833" cy="859949"/>
        </a:xfrm>
        <a:prstGeom prst="roundRect">
          <a:avLst/>
        </a:prstGeom>
        <a:gradFill rotWithShape="0">
          <a:gsLst>
            <a:gs pos="0">
              <a:schemeClr val="accent2">
                <a:hueOff val="4832710"/>
                <a:satOff val="-13870"/>
                <a:lumOff val="-2220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832710"/>
                <a:satOff val="-13870"/>
                <a:lumOff val="-2220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832710"/>
                <a:satOff val="-13870"/>
                <a:lumOff val="-2220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3500" kern="1200" dirty="0"/>
            <a:t>Increase marine research</a:t>
          </a:r>
          <a:endParaRPr lang="en-US" sz="3500" kern="1200" dirty="0"/>
        </a:p>
      </dsp:txBody>
      <dsp:txXfrm>
        <a:off x="41979" y="3299713"/>
        <a:ext cx="6582875" cy="775991"/>
      </dsp:txXfrm>
    </dsp:sp>
    <dsp:sp modelId="{170CA027-FEA7-4280-8747-E34749296820}">
      <dsp:nvSpPr>
        <dsp:cNvPr id="0" name=""/>
        <dsp:cNvSpPr/>
      </dsp:nvSpPr>
      <dsp:spPr>
        <a:xfrm>
          <a:off x="0" y="4218484"/>
          <a:ext cx="6666833" cy="859949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Expand marine proctected areas</a:t>
          </a:r>
          <a:endParaRPr lang="en-US" sz="3500" kern="1200" dirty="0"/>
        </a:p>
      </dsp:txBody>
      <dsp:txXfrm>
        <a:off x="41979" y="4260463"/>
        <a:ext cx="6582875" cy="775991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977F5B-4A2D-4CDD-BB92-4C8D931C9897}">
      <dsp:nvSpPr>
        <dsp:cNvPr id="0" name=""/>
        <dsp:cNvSpPr/>
      </dsp:nvSpPr>
      <dsp:spPr>
        <a:xfrm>
          <a:off x="813" y="663920"/>
          <a:ext cx="3173907" cy="1904344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3600" kern="1200"/>
            <a:t>Areas where human activity is limited</a:t>
          </a:r>
          <a:endParaRPr lang="en-US" sz="3600" kern="1200"/>
        </a:p>
      </dsp:txBody>
      <dsp:txXfrm>
        <a:off x="813" y="663920"/>
        <a:ext cx="3173907" cy="1904344"/>
      </dsp:txXfrm>
    </dsp:sp>
    <dsp:sp modelId="{5849EA30-EF1D-450C-B519-1ECCC4B638DE}">
      <dsp:nvSpPr>
        <dsp:cNvPr id="0" name=""/>
        <dsp:cNvSpPr/>
      </dsp:nvSpPr>
      <dsp:spPr>
        <a:xfrm>
          <a:off x="3492111" y="663920"/>
          <a:ext cx="3173907" cy="1904344"/>
        </a:xfrm>
        <a:prstGeom prst="rect">
          <a:avLst/>
        </a:prstGeom>
        <a:gradFill rotWithShape="0">
          <a:gsLst>
            <a:gs pos="0">
              <a:schemeClr val="accent5">
                <a:hueOff val="-6076075"/>
                <a:satOff val="-413"/>
                <a:lumOff val="9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076075"/>
                <a:satOff val="-413"/>
                <a:lumOff val="9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076075"/>
                <a:satOff val="-413"/>
                <a:lumOff val="9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3600" kern="1200"/>
            <a:t>Helps ecosystems recover</a:t>
          </a:r>
          <a:endParaRPr lang="en-US" sz="3600" kern="1200"/>
        </a:p>
      </dsp:txBody>
      <dsp:txXfrm>
        <a:off x="3492111" y="663920"/>
        <a:ext cx="3173907" cy="1904344"/>
      </dsp:txXfrm>
    </dsp:sp>
    <dsp:sp modelId="{7B5D35B0-F164-4273-9BD5-D88B01DED75B}">
      <dsp:nvSpPr>
        <dsp:cNvPr id="0" name=""/>
        <dsp:cNvSpPr/>
      </dsp:nvSpPr>
      <dsp:spPr>
        <a:xfrm>
          <a:off x="1746462" y="2885655"/>
          <a:ext cx="3173907" cy="1904344"/>
        </a:xfrm>
        <a:prstGeom prst="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3600" kern="1200"/>
            <a:t>Protects biodiversity</a:t>
          </a:r>
          <a:endParaRPr lang="en-US" sz="3600" kern="1200"/>
        </a:p>
      </dsp:txBody>
      <dsp:txXfrm>
        <a:off x="1746462" y="2885655"/>
        <a:ext cx="3173907" cy="1904344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D81091-EFFC-4C19-B123-1CE05BDECA8F}">
      <dsp:nvSpPr>
        <dsp:cNvPr id="0" name=""/>
        <dsp:cNvSpPr/>
      </dsp:nvSpPr>
      <dsp:spPr>
        <a:xfrm>
          <a:off x="0" y="529159"/>
          <a:ext cx="6666833" cy="756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21A97B-AAE9-4E31-86D6-49ED9D46E39F}">
      <dsp:nvSpPr>
        <dsp:cNvPr id="0" name=""/>
        <dsp:cNvSpPr/>
      </dsp:nvSpPr>
      <dsp:spPr>
        <a:xfrm>
          <a:off x="333341" y="86359"/>
          <a:ext cx="4666783" cy="88560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3000" kern="1200"/>
            <a:t>Food security</a:t>
          </a:r>
          <a:endParaRPr lang="en-US" sz="3000" kern="1200"/>
        </a:p>
      </dsp:txBody>
      <dsp:txXfrm>
        <a:off x="376572" y="129590"/>
        <a:ext cx="4580321" cy="799138"/>
      </dsp:txXfrm>
    </dsp:sp>
    <dsp:sp modelId="{4829B1CE-ADFD-4E36-A701-5CA7866D482D}">
      <dsp:nvSpPr>
        <dsp:cNvPr id="0" name=""/>
        <dsp:cNvSpPr/>
      </dsp:nvSpPr>
      <dsp:spPr>
        <a:xfrm>
          <a:off x="0" y="1889959"/>
          <a:ext cx="6666833" cy="756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4050717"/>
              <a:satOff val="-275"/>
              <a:lumOff val="654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1F9849-2C01-4E7D-835A-B75415383727}">
      <dsp:nvSpPr>
        <dsp:cNvPr id="0" name=""/>
        <dsp:cNvSpPr/>
      </dsp:nvSpPr>
      <dsp:spPr>
        <a:xfrm>
          <a:off x="333341" y="1447159"/>
          <a:ext cx="4666783" cy="885600"/>
        </a:xfrm>
        <a:prstGeom prst="roundRect">
          <a:avLst/>
        </a:prstGeom>
        <a:gradFill rotWithShape="0">
          <a:gsLst>
            <a:gs pos="0">
              <a:schemeClr val="accent5">
                <a:hueOff val="-4050717"/>
                <a:satOff val="-275"/>
                <a:lumOff val="65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050717"/>
                <a:satOff val="-275"/>
                <a:lumOff val="65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050717"/>
                <a:satOff val="-275"/>
                <a:lumOff val="65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3000" kern="1200"/>
            <a:t>Jobs (fishing, tourism)</a:t>
          </a:r>
          <a:endParaRPr lang="en-US" sz="3000" kern="1200"/>
        </a:p>
      </dsp:txBody>
      <dsp:txXfrm>
        <a:off x="376572" y="1490390"/>
        <a:ext cx="4580321" cy="799138"/>
      </dsp:txXfrm>
    </dsp:sp>
    <dsp:sp modelId="{96658C73-10E2-4814-867D-D34EF79F8CCD}">
      <dsp:nvSpPr>
        <dsp:cNvPr id="0" name=""/>
        <dsp:cNvSpPr/>
      </dsp:nvSpPr>
      <dsp:spPr>
        <a:xfrm>
          <a:off x="0" y="3250759"/>
          <a:ext cx="6666833" cy="756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8101434"/>
              <a:satOff val="-551"/>
              <a:lumOff val="1307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494CAD-3511-419F-AEAD-45DB897DABAA}">
      <dsp:nvSpPr>
        <dsp:cNvPr id="0" name=""/>
        <dsp:cNvSpPr/>
      </dsp:nvSpPr>
      <dsp:spPr>
        <a:xfrm>
          <a:off x="333341" y="2807959"/>
          <a:ext cx="4666783" cy="885600"/>
        </a:xfrm>
        <a:prstGeom prst="roundRect">
          <a:avLst/>
        </a:prstGeom>
        <a:gradFill rotWithShape="0">
          <a:gsLst>
            <a:gs pos="0">
              <a:schemeClr val="accent5">
                <a:hueOff val="-8101434"/>
                <a:satOff val="-551"/>
                <a:lumOff val="130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8101434"/>
                <a:satOff val="-551"/>
                <a:lumOff val="130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8101434"/>
                <a:satOff val="-551"/>
                <a:lumOff val="130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3000" kern="1200"/>
            <a:t>Climate regulation</a:t>
          </a:r>
          <a:endParaRPr lang="en-US" sz="3000" kern="1200"/>
        </a:p>
      </dsp:txBody>
      <dsp:txXfrm>
        <a:off x="376572" y="2851190"/>
        <a:ext cx="4580321" cy="799138"/>
      </dsp:txXfrm>
    </dsp:sp>
    <dsp:sp modelId="{01FB715E-CD1E-4C36-9ED4-3130A9405FD7}">
      <dsp:nvSpPr>
        <dsp:cNvPr id="0" name=""/>
        <dsp:cNvSpPr/>
      </dsp:nvSpPr>
      <dsp:spPr>
        <a:xfrm>
          <a:off x="0" y="4611560"/>
          <a:ext cx="6666833" cy="756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6DDADF-FFF1-4AF4-A1D1-58BA40DE61D8}">
      <dsp:nvSpPr>
        <dsp:cNvPr id="0" name=""/>
        <dsp:cNvSpPr/>
      </dsp:nvSpPr>
      <dsp:spPr>
        <a:xfrm>
          <a:off x="333341" y="4168760"/>
          <a:ext cx="4666783" cy="885600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3000" kern="1200"/>
            <a:t>Global economy</a:t>
          </a:r>
          <a:endParaRPr lang="en-US" sz="3000" kern="1200"/>
        </a:p>
      </dsp:txBody>
      <dsp:txXfrm>
        <a:off x="376572" y="4211991"/>
        <a:ext cx="4580321" cy="799138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3941BD-DC2B-4B10-965B-C543F7539056}">
      <dsp:nvSpPr>
        <dsp:cNvPr id="0" name=""/>
        <dsp:cNvSpPr/>
      </dsp:nvSpPr>
      <dsp:spPr>
        <a:xfrm>
          <a:off x="0" y="535099"/>
          <a:ext cx="6666833" cy="100737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4100" kern="1200"/>
            <a:t>Reduce plastic use</a:t>
          </a:r>
          <a:endParaRPr lang="en-US" sz="4100" kern="1200"/>
        </a:p>
      </dsp:txBody>
      <dsp:txXfrm>
        <a:off x="49176" y="584275"/>
        <a:ext cx="6568481" cy="909018"/>
      </dsp:txXfrm>
    </dsp:sp>
    <dsp:sp modelId="{F0132A0A-1B3A-44FA-AFB6-C233D244C705}">
      <dsp:nvSpPr>
        <dsp:cNvPr id="0" name=""/>
        <dsp:cNvSpPr/>
      </dsp:nvSpPr>
      <dsp:spPr>
        <a:xfrm>
          <a:off x="0" y="1660549"/>
          <a:ext cx="6666833" cy="1007370"/>
        </a:xfrm>
        <a:prstGeom prst="roundRect">
          <a:avLst/>
        </a:prstGeom>
        <a:gradFill rotWithShape="0">
          <a:gsLst>
            <a:gs pos="0">
              <a:schemeClr val="accent2">
                <a:hueOff val="2147871"/>
                <a:satOff val="-6164"/>
                <a:lumOff val="-987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147871"/>
                <a:satOff val="-6164"/>
                <a:lumOff val="-987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147871"/>
                <a:satOff val="-6164"/>
                <a:lumOff val="-987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4100" kern="1200"/>
            <a:t>Recycle</a:t>
          </a:r>
          <a:endParaRPr lang="en-US" sz="4100" kern="1200"/>
        </a:p>
      </dsp:txBody>
      <dsp:txXfrm>
        <a:off x="49176" y="1709725"/>
        <a:ext cx="6568481" cy="909018"/>
      </dsp:txXfrm>
    </dsp:sp>
    <dsp:sp modelId="{454DDB11-3018-488F-BC07-BEEBD4F9D436}">
      <dsp:nvSpPr>
        <dsp:cNvPr id="0" name=""/>
        <dsp:cNvSpPr/>
      </dsp:nvSpPr>
      <dsp:spPr>
        <a:xfrm>
          <a:off x="0" y="2786000"/>
          <a:ext cx="6666833" cy="1007370"/>
        </a:xfrm>
        <a:prstGeom prst="roundRect">
          <a:avLst/>
        </a:prstGeom>
        <a:gradFill rotWithShape="0">
          <a:gsLst>
            <a:gs pos="0">
              <a:schemeClr val="accent2">
                <a:hueOff val="4295743"/>
                <a:satOff val="-12329"/>
                <a:lumOff val="-1973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295743"/>
                <a:satOff val="-12329"/>
                <a:lumOff val="-1973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295743"/>
                <a:satOff val="-12329"/>
                <a:lumOff val="-1973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4100" kern="1200"/>
            <a:t>Cycle/Carpool (if possible)</a:t>
          </a:r>
          <a:endParaRPr lang="en-US" sz="4100" kern="1200"/>
        </a:p>
      </dsp:txBody>
      <dsp:txXfrm>
        <a:off x="49176" y="2835176"/>
        <a:ext cx="6568481" cy="909018"/>
      </dsp:txXfrm>
    </dsp:sp>
    <dsp:sp modelId="{575334C8-A696-404C-8F35-92286BF14C98}">
      <dsp:nvSpPr>
        <dsp:cNvPr id="0" name=""/>
        <dsp:cNvSpPr/>
      </dsp:nvSpPr>
      <dsp:spPr>
        <a:xfrm>
          <a:off x="0" y="3911449"/>
          <a:ext cx="6666833" cy="100737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4100" kern="1200"/>
            <a:t>Promote </a:t>
          </a:r>
          <a:r>
            <a:rPr lang="en-IE" sz="4100" b="1" kern="1200"/>
            <a:t>Promote</a:t>
          </a:r>
          <a:r>
            <a:rPr lang="en-IE" sz="4100" kern="1200"/>
            <a:t> </a:t>
          </a:r>
          <a:r>
            <a:rPr lang="en-IE" sz="4100" b="1" u="sng" kern="1200"/>
            <a:t>Promote</a:t>
          </a:r>
          <a:endParaRPr lang="en-US" sz="4100" kern="1200"/>
        </a:p>
      </dsp:txBody>
      <dsp:txXfrm>
        <a:off x="49176" y="3960625"/>
        <a:ext cx="6568481" cy="909018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CE9159-26E4-44ED-B94F-7034BAC75796}">
      <dsp:nvSpPr>
        <dsp:cNvPr id="0" name=""/>
        <dsp:cNvSpPr/>
      </dsp:nvSpPr>
      <dsp:spPr>
        <a:xfrm>
          <a:off x="0" y="385408"/>
          <a:ext cx="7559504" cy="132677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2400" kern="1200">
              <a:hlinkClick xmlns:r="http://schemas.openxmlformats.org/officeDocument/2006/relationships" r:id="rId1"/>
            </a:rPr>
            <a:t>https://sdgs.un.org/goals/goal14</a:t>
          </a:r>
          <a:endParaRPr lang="en-US" sz="2400" kern="1200"/>
        </a:p>
      </dsp:txBody>
      <dsp:txXfrm>
        <a:off x="64768" y="450176"/>
        <a:ext cx="7429968" cy="1197243"/>
      </dsp:txXfrm>
    </dsp:sp>
    <dsp:sp modelId="{F91E6A8B-52FA-4ABB-9593-F5E028EAC164}">
      <dsp:nvSpPr>
        <dsp:cNvPr id="0" name=""/>
        <dsp:cNvSpPr/>
      </dsp:nvSpPr>
      <dsp:spPr>
        <a:xfrm>
          <a:off x="0" y="1781308"/>
          <a:ext cx="7559504" cy="1326779"/>
        </a:xfrm>
        <a:prstGeom prst="roundRect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2400" kern="1200">
              <a:hlinkClick xmlns:r="http://schemas.openxmlformats.org/officeDocument/2006/relationships" r:id="rId2"/>
            </a:rPr>
            <a:t>https://www.un.org/sustainabledevelopment/oceans/</a:t>
          </a:r>
          <a:endParaRPr lang="en-US" sz="2400" kern="1200"/>
        </a:p>
      </dsp:txBody>
      <dsp:txXfrm>
        <a:off x="64768" y="1846076"/>
        <a:ext cx="7429968" cy="1197243"/>
      </dsp:txXfrm>
    </dsp:sp>
    <dsp:sp modelId="{F7B3E825-D673-4AB9-92CB-3670CC86C10F}">
      <dsp:nvSpPr>
        <dsp:cNvPr id="0" name=""/>
        <dsp:cNvSpPr/>
      </dsp:nvSpPr>
      <dsp:spPr>
        <a:xfrm>
          <a:off x="0" y="3177208"/>
          <a:ext cx="7559504" cy="1326779"/>
        </a:xfrm>
        <a:prstGeom prst="roundRect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2400" kern="1200" dirty="0">
              <a:hlinkClick xmlns:r="http://schemas.openxmlformats.org/officeDocument/2006/relationships" r:id="rId3"/>
            </a:rPr>
            <a:t>https://stakeholderforum.org/sdg-14-conserve-and-sustainably-use-the-oceans-seas-and-marine-resources-for-sustainable-development/</a:t>
          </a:r>
          <a:endParaRPr lang="en-US" sz="2400" kern="1200" dirty="0"/>
        </a:p>
      </dsp:txBody>
      <dsp:txXfrm>
        <a:off x="64768" y="3241976"/>
        <a:ext cx="7429968" cy="1197243"/>
      </dsp:txXfrm>
    </dsp:sp>
    <dsp:sp modelId="{57FB5768-D5AE-40C5-A2A2-3BD8EB387DF5}">
      <dsp:nvSpPr>
        <dsp:cNvPr id="0" name=""/>
        <dsp:cNvSpPr/>
      </dsp:nvSpPr>
      <dsp:spPr>
        <a:xfrm>
          <a:off x="0" y="4573108"/>
          <a:ext cx="7559504" cy="1326779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2400" kern="1200" dirty="0">
              <a:hlinkClick xmlns:r="http://schemas.openxmlformats.org/officeDocument/2006/relationships" r:id="rId4"/>
            </a:rPr>
            <a:t>https://www.sas.org.uk/plastic-pollution/plastic-pollution-facts-figures/</a:t>
          </a:r>
          <a:endParaRPr lang="en-IE" sz="2400" kern="1200" dirty="0"/>
        </a:p>
      </dsp:txBody>
      <dsp:txXfrm>
        <a:off x="64768" y="4637876"/>
        <a:ext cx="7429968" cy="119724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ECC9E-82E0-FF36-6F14-E31C90D644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2BF079-ADFC-49B5-0717-E95FE85741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B6B3E1-BFA2-03AC-D7DC-58B7A6718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AE834-2FEA-4162-98CD-5815EEE15159}" type="datetimeFigureOut">
              <a:rPr lang="en-IE" smtClean="0"/>
              <a:t>12/04/2026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4A37BD-3652-B249-93FA-C68400080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5A2D9D-43C5-E955-DF2D-00219F228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5EEA2-964B-4A02-8007-597DE716543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477387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E4B80-486F-49B6-3F8F-B81363C3A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171E26-E9DE-4E85-7447-D4DC68B365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A88D02-ABCD-4C97-FE67-7629664A1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AE834-2FEA-4162-98CD-5815EEE15159}" type="datetimeFigureOut">
              <a:rPr lang="en-IE" smtClean="0"/>
              <a:t>12/04/2026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D4394B-4363-3307-E3D9-C27505212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DAC8CC-6887-57C2-8978-3C4673A9E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5EEA2-964B-4A02-8007-597DE716543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427450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037F8-0356-6D4B-B901-F9C2D1FAD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B85795-432A-D1E3-8E53-77C6172314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AB14D7-CAEA-695F-3F98-92145607D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AE834-2FEA-4162-98CD-5815EEE15159}" type="datetimeFigureOut">
              <a:rPr lang="en-IE" smtClean="0"/>
              <a:t>12/04/2026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E374B0-84EE-605A-4E93-A7BFF1FE0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0904C9-2879-4D3B-A8B8-7510055A8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5EEA2-964B-4A02-8007-597DE716543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87465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AA0D2-B959-2593-B962-7E307BFE4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5E920B-1E84-00CB-D687-6B14476B49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2E373B-8A51-9E7E-3B86-5ADE85CF75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4C1038-B326-1425-F8E9-5EFCB1925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AE834-2FEA-4162-98CD-5815EEE15159}" type="datetimeFigureOut">
              <a:rPr lang="en-IE" smtClean="0"/>
              <a:t>12/04/2026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45AF6C-29ED-AB79-88B3-6B9DCDDF9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6E761B-2EC3-2391-6C06-FF0A2E4A5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5EEA2-964B-4A02-8007-597DE716543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67141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E94C3-0BCE-AA7A-4A97-C1466092A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9D24F6-75B2-9DDE-9680-721993CE27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08C6FA-87B8-5F27-4A1C-A5479D2E9A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C1DFDE-4622-5DD3-98B1-2B6F8D0FE9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CC3778-1A3C-318D-B912-2DDAB0CB45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9550CF-9821-1673-325F-62EA3B1DF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AE834-2FEA-4162-98CD-5815EEE15159}" type="datetimeFigureOut">
              <a:rPr lang="en-IE" smtClean="0"/>
              <a:t>12/04/2026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13952C-9966-4635-DCE5-625A91859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E583C5-1C2D-C173-4C48-9EE6C8DD3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5EEA2-964B-4A02-8007-597DE716543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999051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B6DC3-17B9-7A13-71DA-3106AAEC6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F779FC-725E-CABF-9C3D-EEFD73BCD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AE834-2FEA-4162-98CD-5815EEE15159}" type="datetimeFigureOut">
              <a:rPr lang="en-IE" smtClean="0"/>
              <a:t>12/04/2026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D6637A-77DB-24AF-127A-42C66A754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8EBEB4-CF9B-B649-5ED7-EA705B5A7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5EEA2-964B-4A02-8007-597DE716543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041236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47C8B2-C1D7-B193-9889-00941B33C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AE834-2FEA-4162-98CD-5815EEE15159}" type="datetimeFigureOut">
              <a:rPr lang="en-IE" smtClean="0"/>
              <a:t>12/04/2026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0F98F6-8E9E-3F41-50B6-5AC9E405C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742CD1-36E2-A684-4269-F696B5CCD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5EEA2-964B-4A02-8007-597DE716543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430320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62C41-A212-A4E3-5D0A-B13C0F44B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3EB037-B88A-20E2-A927-376F85A4A6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F80057-FA78-DDA3-5281-8A695D610A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513256-894E-94D6-3B5F-A39B242C3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AE834-2FEA-4162-98CD-5815EEE15159}" type="datetimeFigureOut">
              <a:rPr lang="en-IE" smtClean="0"/>
              <a:t>12/04/2026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8691C9-92C1-6975-328F-7E40AC027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80A31C-6755-17D6-3CD7-DF398978B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5EEA2-964B-4A02-8007-597DE716543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8528253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5D179-41F9-4BF6-18ED-96397DFF6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B72B259-18BF-A68F-ABEB-46A1650F1E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0CC34A-6624-B670-D938-1B948CD752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32BDFD-057B-F3E9-339A-1A579615A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AE834-2FEA-4162-98CD-5815EEE15159}" type="datetimeFigureOut">
              <a:rPr lang="en-IE" smtClean="0"/>
              <a:t>12/04/2026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C4EE47-C6BD-C734-E279-51E49938A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DFDD06-DE09-5B62-A33D-C2E947C88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5EEA2-964B-4A02-8007-597DE716543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882027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80BF1-7331-B52A-B51A-465AEED19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2105D9-4E7F-BB1E-56BB-7640C965CE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D46595-B411-D090-B345-9C82A8F35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AE834-2FEA-4162-98CD-5815EEE15159}" type="datetimeFigureOut">
              <a:rPr lang="en-IE" smtClean="0"/>
              <a:t>12/04/2026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ABF7F1-72AE-C988-5BE2-9F514BE16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CA8F5F-F59E-F683-7A48-1673B44C6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5EEA2-964B-4A02-8007-597DE716543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828167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A073C4-2B6C-CE64-5CE1-191098F289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F3F82C-AE81-0ACC-179B-B0077EEE11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54573-8723-64ED-411E-D78301A0D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AE834-2FEA-4162-98CD-5815EEE15159}" type="datetimeFigureOut">
              <a:rPr lang="en-IE" smtClean="0"/>
              <a:t>12/04/2026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542B5-86CB-00A2-1B7F-890507BD3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298055-3C00-8238-72AC-04C4DA614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5EEA2-964B-4A02-8007-597DE716543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2327969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67D36-EDF4-7801-E00D-38BBB3006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CB1567-97AA-E31B-39D9-FF541F3911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6D999A-8E6D-8BC2-CD6C-BFFC0B7D11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5AE834-2FEA-4162-98CD-5815EEE15159}" type="datetimeFigureOut">
              <a:rPr lang="en-IE" smtClean="0"/>
              <a:t>12/04/2026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E708F0-02F4-7D3C-9748-390842C8BA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FA0601-5FF4-B7FB-AEF0-03829060CA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65EEA2-964B-4A02-8007-597DE716543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052963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16F42E0-28DF-4093-AFC5-CA01F54C88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Video 6" descr="Deep Ocean Bubbles">
            <a:extLst>
              <a:ext uri="{FF2B5EF4-FFF2-40B4-BE49-F238E27FC236}">
                <a16:creationId xmlns:a16="http://schemas.microsoft.com/office/drawing/2014/main" id="{18804BE3-FAD1-4647-0FE2-7A83ECC02C7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r="1" b="285"/>
          <a:stretch>
            <a:fillRect/>
          </a:stretch>
        </p:blipFill>
        <p:spPr>
          <a:xfrm>
            <a:off x="3" y="-22"/>
            <a:ext cx="12191997" cy="685802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4063B759-00FC-46D1-9898-8E8625268F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2206190" y="2206184"/>
            <a:ext cx="6858003" cy="2445624"/>
          </a:xfrm>
          <a:prstGeom prst="rect">
            <a:avLst/>
          </a:prstGeom>
          <a:gradFill flip="none" rotWithShape="1">
            <a:gsLst>
              <a:gs pos="48000">
                <a:srgbClr val="000000">
                  <a:alpha val="24000"/>
                </a:srgbClr>
              </a:gs>
              <a:gs pos="85000">
                <a:srgbClr val="000000">
                  <a:alpha val="45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12D8-7F27-4758-9AC6-C889B154BD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37374" y="1100316"/>
            <a:ext cx="6858003" cy="4657347"/>
          </a:xfrm>
          <a:prstGeom prst="rect">
            <a:avLst/>
          </a:prstGeom>
          <a:gradFill flip="none" rotWithShape="1">
            <a:gsLst>
              <a:gs pos="48000">
                <a:srgbClr val="000000">
                  <a:alpha val="24000"/>
                </a:srgbClr>
              </a:gs>
              <a:gs pos="85000">
                <a:srgbClr val="000000">
                  <a:alpha val="45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8897D58-8641-91C2-9AF8-E3DD69E391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6" y="728897"/>
            <a:ext cx="5452529" cy="3728614"/>
          </a:xfrm>
        </p:spPr>
        <p:txBody>
          <a:bodyPr anchor="t">
            <a:normAutofit/>
          </a:bodyPr>
          <a:lstStyle/>
          <a:p>
            <a:pPr algn="r"/>
            <a:r>
              <a:rPr lang="en-IE" sz="5200" dirty="0">
                <a:solidFill>
                  <a:srgbClr val="FFFFFF"/>
                </a:solidFill>
              </a:rPr>
              <a:t>SDG 14: Life Below Water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C89F4ACD-C2CD-9506-AF34-64D03C9603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9055" y="4629217"/>
            <a:ext cx="5449479" cy="1499873"/>
          </a:xfrm>
        </p:spPr>
        <p:txBody>
          <a:bodyPr anchor="b">
            <a:normAutofit/>
          </a:bodyPr>
          <a:lstStyle/>
          <a:p>
            <a:pPr algn="r"/>
            <a:r>
              <a:rPr lang="en-IE">
                <a:solidFill>
                  <a:srgbClr val="FFFFFF"/>
                </a:solidFill>
              </a:rPr>
              <a:t>Zach Ahearn</a:t>
            </a:r>
          </a:p>
          <a:p>
            <a:pPr algn="r"/>
            <a:r>
              <a:rPr lang="en-IE">
                <a:solidFill>
                  <a:srgbClr val="FFFFFF"/>
                </a:solidFill>
              </a:rPr>
              <a:t>K00282339</a:t>
            </a:r>
          </a:p>
        </p:txBody>
      </p:sp>
    </p:spTree>
    <p:extLst>
      <p:ext uri="{BB962C8B-B14F-4D97-AF65-F5344CB8AC3E}">
        <p14:creationId xmlns:p14="http://schemas.microsoft.com/office/powerpoint/2010/main" val="4004248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05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CBCC4A8-9897-9CF8-6ECB-A69130D6B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IE" sz="4000">
                <a:solidFill>
                  <a:srgbClr val="FFFFFF"/>
                </a:solidFill>
              </a:rPr>
              <a:t>What is SDG 14?</a:t>
            </a:r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9DD9601C-A2FC-22A1-5982-3E865D57A5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14262486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734478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839215-774F-972E-907D-59A4100FE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E7AA566-1E9B-A03B-52C6-0A7285583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IE" sz="4000">
                <a:solidFill>
                  <a:srgbClr val="FFFFFF"/>
                </a:solidFill>
              </a:rPr>
              <a:t>Why Do Oceans Matter?</a:t>
            </a:r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A87E64E0-81A9-2D17-92A3-6B9C73150DB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89079286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104343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FF7D84-D5C9-DF02-C927-B0DB74545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IE" sz="4000">
                <a:solidFill>
                  <a:srgbClr val="FFFFFF"/>
                </a:solidFill>
              </a:rPr>
              <a:t>Ocean Biodiversity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3046FE6-5911-508E-FDD5-CE5E6F97D91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51273113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601063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489DB4-82CB-BB5E-AC11-72503A4A2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IE" sz="4000">
                <a:solidFill>
                  <a:srgbClr val="FFFFFF"/>
                </a:solidFill>
              </a:rPr>
              <a:t>Major Threat: Pollution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3C13228-5BE0-4FE3-496B-42F3F8B468B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96361458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180736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DAFF48-2762-90D5-3F7B-373FDE3C5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17C554-B743-8EDE-FFDB-6E9B7EBE1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IE" sz="4000">
                <a:solidFill>
                  <a:srgbClr val="FFFFFF"/>
                </a:solidFill>
              </a:rPr>
              <a:t>Impact of Pollution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409460A-F7B0-3114-49D9-F4A659E3405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76222990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201281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F9CFB9-5506-F2A7-2C43-9E77287F7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241047-F2F0-8858-DEFB-995ED516E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IE" sz="4000">
                <a:solidFill>
                  <a:srgbClr val="FFFFFF"/>
                </a:solidFill>
              </a:rPr>
              <a:t>Major Threat: Overfishing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9E55B72-7C47-24CE-DFD3-DA7860DE59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69385592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65924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B1C602-CF5E-17D6-BC21-EE4EB5FB6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ED487C-AC45-ADD7-87AE-8AB66B36D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IE" sz="4000">
                <a:solidFill>
                  <a:srgbClr val="FFFFFF"/>
                </a:solidFill>
              </a:rPr>
              <a:t>Major Threat: Climate Change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D9CC23F-8F00-DE4D-F736-C5EDB12D763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25567844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205306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21D524-CF74-A411-8AA9-7B40398AA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15AFB5-7636-B403-9B28-DC64C79E6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IE" sz="4000">
                <a:solidFill>
                  <a:srgbClr val="FFFFFF"/>
                </a:solidFill>
              </a:rPr>
              <a:t>Ocean Acidification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B3F6A0C-A14F-FA2D-BC47-B64FD1BDA84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72761564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028860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B17EE4-6E68-424B-417E-4AB6413132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IE" sz="4000">
                <a:solidFill>
                  <a:srgbClr val="FFFFFF"/>
                </a:solidFill>
              </a:rPr>
              <a:t>Goals of SDG 14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6F40D9C-E964-184F-FD03-8256BC21BAC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95786106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053431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711CD0-9FAB-3227-610B-4015ADBF2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96E256-73A8-6323-FBEB-B8CF55435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IE" sz="4000">
                <a:solidFill>
                  <a:srgbClr val="FFFFFF"/>
                </a:solidFill>
              </a:rPr>
              <a:t>Marine Protected Areas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4A61C03-39BE-4D46-5D78-551D999C3E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3314122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578764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A2C0C1-90E2-AC2E-C870-648E1FA5D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F63E05-6ED3-E638-066A-917BD72073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IE" sz="4000">
                <a:solidFill>
                  <a:srgbClr val="FFFFFF"/>
                </a:solidFill>
              </a:rPr>
              <a:t>Why SDG 14 Matters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4793E87-B15E-8115-183A-BB3EA2F6DB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65450299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254590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559A54-B988-E65D-1981-814DF1254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IE" sz="4000">
                <a:solidFill>
                  <a:srgbClr val="FFFFFF"/>
                </a:solidFill>
              </a:rPr>
              <a:t>What Can We Do?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E27EDF5-966F-DC17-CE5F-67F8D148D61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18744273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228819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A094802-7DB3-BE37-9646-7DAC8084B5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074"/>
            <a:ext cx="12192000" cy="686307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23F3BEA-02BF-E6DA-B4F7-3BB27F7811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858000"/>
          </a:xfrm>
        </p:spPr>
        <p:txBody>
          <a:bodyPr>
            <a:normAutofit/>
          </a:bodyPr>
          <a:lstStyle/>
          <a:p>
            <a:pPr algn="ctr"/>
            <a:r>
              <a:rPr lang="en-IE" sz="7200" dirty="0"/>
              <a:t>H2O(h) No!</a:t>
            </a:r>
          </a:p>
        </p:txBody>
      </p:sp>
    </p:spTree>
    <p:extLst>
      <p:ext uri="{BB962C8B-B14F-4D97-AF65-F5344CB8AC3E}">
        <p14:creationId xmlns:p14="http://schemas.microsoft.com/office/powerpoint/2010/main" val="895213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BC82F-C59A-5E98-5B99-60B1C7401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5576887"/>
            <a:ext cx="10911840" cy="640081"/>
          </a:xfrm>
        </p:spPr>
        <p:txBody>
          <a:bodyPr>
            <a:normAutofit/>
          </a:bodyPr>
          <a:lstStyle/>
          <a:p>
            <a:pPr algn="ctr"/>
            <a:r>
              <a:rPr lang="en-IE" sz="3200" dirty="0"/>
              <a:t>Level 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B990F7-8356-4AA6-4E25-86C034D298F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79" r="1" b="2"/>
          <a:stretch>
            <a:fillRect/>
          </a:stretch>
        </p:blipFill>
        <p:spPr>
          <a:xfrm>
            <a:off x="640080" y="640080"/>
            <a:ext cx="10911840" cy="4836795"/>
          </a:xfrm>
          <a:prstGeom prst="rect">
            <a:avLst/>
          </a:prstGeom>
          <a:ln w="19050">
            <a:solidFill>
              <a:schemeClr val="tx1"/>
            </a:solidFill>
            <a:miter lim="800000"/>
          </a:ln>
        </p:spPr>
      </p:pic>
    </p:spTree>
    <p:extLst>
      <p:ext uri="{BB962C8B-B14F-4D97-AF65-F5344CB8AC3E}">
        <p14:creationId xmlns:p14="http://schemas.microsoft.com/office/powerpoint/2010/main" val="41501932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AF11B7-0AC2-DC39-20BC-19933FB1C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1F1F8-DB9D-E8A0-D9D2-3AA8B8B5E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5576887"/>
            <a:ext cx="10911840" cy="640081"/>
          </a:xfrm>
        </p:spPr>
        <p:txBody>
          <a:bodyPr>
            <a:normAutofit/>
          </a:bodyPr>
          <a:lstStyle/>
          <a:p>
            <a:pPr algn="ctr"/>
            <a:r>
              <a:rPr lang="en-IE" sz="3200" dirty="0"/>
              <a:t>Level 1 Boss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2EDD96D-87FD-CD1F-CA38-6D9728F6480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" b="2581"/>
          <a:stretch>
            <a:fillRect/>
          </a:stretch>
        </p:blipFill>
        <p:spPr>
          <a:xfrm>
            <a:off x="640080" y="640080"/>
            <a:ext cx="10911840" cy="4836795"/>
          </a:xfrm>
          <a:prstGeom prst="rect">
            <a:avLst/>
          </a:prstGeom>
          <a:ln w="19050">
            <a:solidFill>
              <a:schemeClr val="tx1"/>
            </a:solidFill>
            <a:miter lim="800000"/>
          </a:ln>
        </p:spPr>
      </p:pic>
    </p:spTree>
    <p:extLst>
      <p:ext uri="{BB962C8B-B14F-4D97-AF65-F5344CB8AC3E}">
        <p14:creationId xmlns:p14="http://schemas.microsoft.com/office/powerpoint/2010/main" val="5158485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4AF228-2C9E-CC15-551C-82286EB9F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8826E-41C4-707A-267B-9E51E3455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5576887"/>
            <a:ext cx="10911840" cy="640081"/>
          </a:xfrm>
        </p:spPr>
        <p:txBody>
          <a:bodyPr>
            <a:normAutofit/>
          </a:bodyPr>
          <a:lstStyle/>
          <a:p>
            <a:pPr algn="ctr"/>
            <a:r>
              <a:rPr lang="en-IE" sz="3200" dirty="0"/>
              <a:t>Level 2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E4F1115-8300-FCBA-FDAD-B154A8C2AB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97" r="1" b="1"/>
          <a:stretch>
            <a:fillRect/>
          </a:stretch>
        </p:blipFill>
        <p:spPr>
          <a:xfrm>
            <a:off x="640080" y="640080"/>
            <a:ext cx="10911840" cy="4836795"/>
          </a:xfrm>
          <a:prstGeom prst="rect">
            <a:avLst/>
          </a:prstGeom>
          <a:ln w="19050">
            <a:solidFill>
              <a:schemeClr val="tx1"/>
            </a:solidFill>
            <a:miter lim="800000"/>
          </a:ln>
        </p:spPr>
      </p:pic>
    </p:spTree>
    <p:extLst>
      <p:ext uri="{BB962C8B-B14F-4D97-AF65-F5344CB8AC3E}">
        <p14:creationId xmlns:p14="http://schemas.microsoft.com/office/powerpoint/2010/main" val="14866933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30CA28-0585-CF56-7FA6-9C38C1489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77F1D-2A86-9A16-2D47-82E57CEE6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5576887"/>
            <a:ext cx="10911840" cy="640081"/>
          </a:xfrm>
        </p:spPr>
        <p:txBody>
          <a:bodyPr>
            <a:normAutofit/>
          </a:bodyPr>
          <a:lstStyle/>
          <a:p>
            <a:pPr algn="ctr"/>
            <a:r>
              <a:rPr lang="en-IE" sz="3200" dirty="0"/>
              <a:t>Level 2 Boss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9917109-C21F-26C8-871D-6B84AD571D3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" b="949"/>
          <a:stretch>
            <a:fillRect/>
          </a:stretch>
        </p:blipFill>
        <p:spPr>
          <a:xfrm>
            <a:off x="640080" y="640080"/>
            <a:ext cx="10911840" cy="4836795"/>
          </a:xfrm>
          <a:prstGeom prst="rect">
            <a:avLst/>
          </a:prstGeom>
          <a:ln w="19050">
            <a:solidFill>
              <a:schemeClr val="tx1"/>
            </a:solidFill>
            <a:miter lim="800000"/>
          </a:ln>
        </p:spPr>
      </p:pic>
    </p:spTree>
    <p:extLst>
      <p:ext uri="{BB962C8B-B14F-4D97-AF65-F5344CB8AC3E}">
        <p14:creationId xmlns:p14="http://schemas.microsoft.com/office/powerpoint/2010/main" val="6595166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35EAC4-4945-DDB7-C5AB-267DB0C78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83ED6-6EB3-A99A-CDCD-2EB3D72CA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5576887"/>
            <a:ext cx="10911840" cy="640081"/>
          </a:xfrm>
        </p:spPr>
        <p:txBody>
          <a:bodyPr>
            <a:normAutofit/>
          </a:bodyPr>
          <a:lstStyle/>
          <a:p>
            <a:pPr algn="ctr"/>
            <a:r>
              <a:rPr lang="en-IE" sz="3200" dirty="0"/>
              <a:t>Level 3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C9F308-0FCE-11A0-A3BA-D76EDD20995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042" r="1" b="1"/>
          <a:stretch>
            <a:fillRect/>
          </a:stretch>
        </p:blipFill>
        <p:spPr>
          <a:xfrm>
            <a:off x="640080" y="640080"/>
            <a:ext cx="10911840" cy="4836795"/>
          </a:xfrm>
          <a:prstGeom prst="rect">
            <a:avLst/>
          </a:prstGeom>
          <a:ln w="19050">
            <a:solidFill>
              <a:schemeClr val="tx1"/>
            </a:solidFill>
            <a:miter lim="800000"/>
          </a:ln>
        </p:spPr>
      </p:pic>
    </p:spTree>
    <p:extLst>
      <p:ext uri="{BB962C8B-B14F-4D97-AF65-F5344CB8AC3E}">
        <p14:creationId xmlns:p14="http://schemas.microsoft.com/office/powerpoint/2010/main" val="3495782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900CF0-56BA-5F37-6444-71ACBEC47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AB391-ECBE-D75A-B623-158E7AA3E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5576887"/>
            <a:ext cx="10911840" cy="640081"/>
          </a:xfrm>
        </p:spPr>
        <p:txBody>
          <a:bodyPr>
            <a:normAutofit/>
          </a:bodyPr>
          <a:lstStyle/>
          <a:p>
            <a:pPr algn="ctr"/>
            <a:r>
              <a:rPr lang="en-IE" sz="3200" dirty="0"/>
              <a:t>Level 3 Boss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EE2B22B-04C6-E63B-DAA1-ECDC1693B53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20" r="1" b="723"/>
          <a:stretch>
            <a:fillRect/>
          </a:stretch>
        </p:blipFill>
        <p:spPr>
          <a:xfrm>
            <a:off x="640080" y="640080"/>
            <a:ext cx="10911840" cy="4836795"/>
          </a:xfrm>
          <a:prstGeom prst="rect">
            <a:avLst/>
          </a:prstGeom>
          <a:ln w="19050">
            <a:solidFill>
              <a:schemeClr val="tx1"/>
            </a:solidFill>
            <a:miter lim="800000"/>
          </a:ln>
        </p:spPr>
      </p:pic>
    </p:spTree>
    <p:extLst>
      <p:ext uri="{BB962C8B-B14F-4D97-AF65-F5344CB8AC3E}">
        <p14:creationId xmlns:p14="http://schemas.microsoft.com/office/powerpoint/2010/main" val="24152611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6E4C38-8457-B9B4-5E0B-7B7A274FC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116A1-EB21-C268-90C2-0EEC15F93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5576887"/>
            <a:ext cx="10911840" cy="640081"/>
          </a:xfrm>
        </p:spPr>
        <p:txBody>
          <a:bodyPr>
            <a:normAutofit/>
          </a:bodyPr>
          <a:lstStyle/>
          <a:p>
            <a:pPr algn="ctr"/>
            <a:r>
              <a:rPr lang="en-IE" sz="3200"/>
              <a:t>Educational Scene</a:t>
            </a:r>
            <a:endParaRPr lang="en-IE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40A200-D715-F746-21C8-30A494270A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468" y="615015"/>
            <a:ext cx="11052451" cy="4952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9862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 fill">
            <a:extLst>
              <a:ext uri="{FF2B5EF4-FFF2-40B4-BE49-F238E27FC236}">
                <a16:creationId xmlns:a16="http://schemas.microsoft.com/office/drawing/2014/main" id="{CB49665F-0298-4449-8D2D-209989CB9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Color 2">
            <a:extLst>
              <a:ext uri="{FF2B5EF4-FFF2-40B4-BE49-F238E27FC236}">
                <a16:creationId xmlns:a16="http://schemas.microsoft.com/office/drawing/2014/main" id="{A71EEC14-174A-46FA-B046-474750457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EB6CB95-E653-4C6C-AE51-62FD848E8D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89" y="-2"/>
            <a:ext cx="3468234" cy="6858000"/>
            <a:chOff x="651279" y="598259"/>
            <a:chExt cx="10889442" cy="5680742"/>
          </a:xfrm>
        </p:grpSpPr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BDD3CB8E-ABA7-4F37-BB2C-64FFD19813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Color">
              <a:extLst>
                <a:ext uri="{FF2B5EF4-FFF2-40B4-BE49-F238E27FC236}">
                  <a16:creationId xmlns:a16="http://schemas.microsoft.com/office/drawing/2014/main" id="{C2CA788A-B2FD-494C-BED0-83E31F6DFF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F7708E6-C0A2-3913-A24A-5E3FC6304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1325880" y="1947672"/>
            <a:ext cx="5961888" cy="2788920"/>
          </a:xfrm>
        </p:spPr>
        <p:txBody>
          <a:bodyPr anchor="ctr">
            <a:normAutofit/>
          </a:bodyPr>
          <a:lstStyle/>
          <a:p>
            <a:r>
              <a:rPr lang="en-IE" sz="4800">
                <a:solidFill>
                  <a:schemeClr val="bg1"/>
                </a:solidFill>
              </a:rPr>
              <a:t>References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3B2DAF4-D145-8DE3-39AB-B862CDA565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01395200"/>
              </p:ext>
            </p:extLst>
          </p:nvPr>
        </p:nvGraphicFramePr>
        <p:xfrm>
          <a:off x="3794296" y="288758"/>
          <a:ext cx="7559504" cy="62852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305358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</TotalTime>
  <Words>327</Words>
  <Application>Microsoft Office PowerPoint</Application>
  <PresentationFormat>Widescreen</PresentationFormat>
  <Paragraphs>78</Paragraphs>
  <Slides>22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Aptos</vt:lpstr>
      <vt:lpstr>Aptos Display</vt:lpstr>
      <vt:lpstr>Arial</vt:lpstr>
      <vt:lpstr>Office Theme</vt:lpstr>
      <vt:lpstr>SDG 14: Life Below Water</vt:lpstr>
      <vt:lpstr>What is SDG 14?</vt:lpstr>
      <vt:lpstr>Why Do Oceans Matter?</vt:lpstr>
      <vt:lpstr>Ocean Biodiversity</vt:lpstr>
      <vt:lpstr>Major Threat: Pollution</vt:lpstr>
      <vt:lpstr>Impact of Pollution</vt:lpstr>
      <vt:lpstr>Major Threat: Overfishing</vt:lpstr>
      <vt:lpstr>Major Threat: Climate Change</vt:lpstr>
      <vt:lpstr>Ocean Acidification</vt:lpstr>
      <vt:lpstr>Goals of SDG 14</vt:lpstr>
      <vt:lpstr>Marine Protected Areas</vt:lpstr>
      <vt:lpstr>Why SDG 14 Matters</vt:lpstr>
      <vt:lpstr>What Can We Do?</vt:lpstr>
      <vt:lpstr>H2O(h) No!</vt:lpstr>
      <vt:lpstr>Level 1</vt:lpstr>
      <vt:lpstr>Level 1 Boss</vt:lpstr>
      <vt:lpstr>Level 2</vt:lpstr>
      <vt:lpstr>Level 2 Boss</vt:lpstr>
      <vt:lpstr>Level 3</vt:lpstr>
      <vt:lpstr>Level 3 Boss</vt:lpstr>
      <vt:lpstr>Educational Scene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K00282339: Zach Ahearn</dc:creator>
  <cp:lastModifiedBy>K00282339: Zach Ahearn</cp:lastModifiedBy>
  <cp:revision>1</cp:revision>
  <dcterms:created xsi:type="dcterms:W3CDTF">2026-04-10T21:56:26Z</dcterms:created>
  <dcterms:modified xsi:type="dcterms:W3CDTF">2026-04-12T14:06:54Z</dcterms:modified>
</cp:coreProperties>
</file>